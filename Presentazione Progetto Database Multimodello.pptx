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24"/>
  </p:notesMasterIdLst>
  <p:handoutMasterIdLst>
    <p:handoutMasterId r:id="rId25"/>
  </p:handout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58" r:id="rId23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3EE025-7622-4302-980D-749C18432AA3}" v="6" dt="2026-06-26T07:58:32.3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2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 Giorgi, Giuseppe" userId="2bed3bf2-41f1-45b4-a919-c57b18870117" providerId="ADAL" clId="{EB3AAB68-1C81-4FAA-9471-49551CB4A501}"/>
    <pc:docChg chg="undo custSel addSld delSld modSld sldOrd">
      <pc:chgData name="De Giorgi, Giuseppe" userId="2bed3bf2-41f1-45b4-a919-c57b18870117" providerId="ADAL" clId="{EB3AAB68-1C81-4FAA-9471-49551CB4A501}" dt="2026-06-26T08:23:30.073" v="333" actId="26606"/>
      <pc:docMkLst>
        <pc:docMk/>
      </pc:docMkLst>
      <pc:sldChg chg="addSp delSp modSp mod">
        <pc:chgData name="De Giorgi, Giuseppe" userId="2bed3bf2-41f1-45b4-a919-c57b18870117" providerId="ADAL" clId="{EB3AAB68-1C81-4FAA-9471-49551CB4A501}" dt="2026-06-26T08:23:30.073" v="333" actId="26606"/>
        <pc:sldMkLst>
          <pc:docMk/>
          <pc:sldMk cId="191714609" sldId="258"/>
        </pc:sldMkLst>
        <pc:spChg chg="del mod">
          <ac:chgData name="De Giorgi, Giuseppe" userId="2bed3bf2-41f1-45b4-a919-c57b18870117" providerId="ADAL" clId="{EB3AAB68-1C81-4FAA-9471-49551CB4A501}" dt="2026-06-26T08:19:46.330" v="331" actId="478"/>
          <ac:spMkLst>
            <pc:docMk/>
            <pc:sldMk cId="191714609" sldId="258"/>
            <ac:spMk id="2" creationId="{9AB2EA78-AEB3-469B-9025-3B17201A457B}"/>
          </ac:spMkLst>
        </pc:spChg>
        <pc:spChg chg="del">
          <ac:chgData name="De Giorgi, Giuseppe" userId="2bed3bf2-41f1-45b4-a919-c57b18870117" providerId="ADAL" clId="{EB3AAB68-1C81-4FAA-9471-49551CB4A501}" dt="2026-06-26T08:19:49.978" v="332" actId="478"/>
          <ac:spMkLst>
            <pc:docMk/>
            <pc:sldMk cId="191714609" sldId="258"/>
            <ac:spMk id="3" creationId="{255E1F2F-E259-4EA8-9FFD-3A10AF541859}"/>
          </ac:spMkLst>
        </pc:spChg>
        <pc:spChg chg="add mod">
          <ac:chgData name="De Giorgi, Giuseppe" userId="2bed3bf2-41f1-45b4-a919-c57b18870117" providerId="ADAL" clId="{EB3AAB68-1C81-4FAA-9471-49551CB4A501}" dt="2026-06-26T08:23:30.073" v="333" actId="26606"/>
          <ac:spMkLst>
            <pc:docMk/>
            <pc:sldMk cId="191714609" sldId="258"/>
            <ac:spMk id="5" creationId="{A5C75F46-9953-1ACF-E366-1D113090275C}"/>
          </ac:spMkLst>
        </pc:spChg>
        <pc:spChg chg="add mod">
          <ac:chgData name="De Giorgi, Giuseppe" userId="2bed3bf2-41f1-45b4-a919-c57b18870117" providerId="ADAL" clId="{EB3AAB68-1C81-4FAA-9471-49551CB4A501}" dt="2026-06-26T08:23:30.073" v="333" actId="26606"/>
          <ac:spMkLst>
            <pc:docMk/>
            <pc:sldMk cId="191714609" sldId="258"/>
            <ac:spMk id="7" creationId="{D367E0BF-3DFE-2ADC-BFEC-83F548DFE096}"/>
          </ac:spMkLst>
        </pc:spChg>
      </pc:sldChg>
      <pc:sldChg chg="modSp mod">
        <pc:chgData name="De Giorgi, Giuseppe" userId="2bed3bf2-41f1-45b4-a919-c57b18870117" providerId="ADAL" clId="{EB3AAB68-1C81-4FAA-9471-49551CB4A501}" dt="2026-06-25T08:18:29.277" v="0" actId="26606"/>
        <pc:sldMkLst>
          <pc:docMk/>
          <pc:sldMk cId="1426572135" sldId="261"/>
        </pc:sldMkLst>
        <pc:spChg chg="mod">
          <ac:chgData name="De Giorgi, Giuseppe" userId="2bed3bf2-41f1-45b4-a919-c57b18870117" providerId="ADAL" clId="{EB3AAB68-1C81-4FAA-9471-49551CB4A501}" dt="2026-06-25T08:18:29.277" v="0" actId="26606"/>
          <ac:spMkLst>
            <pc:docMk/>
            <pc:sldMk cId="1426572135" sldId="261"/>
            <ac:spMk id="11" creationId="{ACD4DC0C-C2B4-F746-11DD-F35BD00F1183}"/>
          </ac:spMkLst>
        </pc:spChg>
        <pc:spChg chg="mod">
          <ac:chgData name="De Giorgi, Giuseppe" userId="2bed3bf2-41f1-45b4-a919-c57b18870117" providerId="ADAL" clId="{EB3AAB68-1C81-4FAA-9471-49551CB4A501}" dt="2026-06-25T08:18:29.277" v="0" actId="26606"/>
          <ac:spMkLst>
            <pc:docMk/>
            <pc:sldMk cId="1426572135" sldId="261"/>
            <ac:spMk id="13" creationId="{C7A67D18-C3AD-43E7-7787-43FBAF3D444F}"/>
          </ac:spMkLst>
        </pc:spChg>
      </pc:sldChg>
      <pc:sldChg chg="add">
        <pc:chgData name="De Giorgi, Giuseppe" userId="2bed3bf2-41f1-45b4-a919-c57b18870117" providerId="ADAL" clId="{EB3AAB68-1C81-4FAA-9471-49551CB4A501}" dt="2026-06-25T08:30:46.889" v="1" actId="26606"/>
        <pc:sldMkLst>
          <pc:docMk/>
          <pc:sldMk cId="4215556393" sldId="262"/>
        </pc:sldMkLst>
      </pc:sldChg>
      <pc:sldChg chg="addSp delSp modSp new mod modClrScheme chgLayout">
        <pc:chgData name="De Giorgi, Giuseppe" userId="2bed3bf2-41f1-45b4-a919-c57b18870117" providerId="ADAL" clId="{EB3AAB68-1C81-4FAA-9471-49551CB4A501}" dt="2026-06-25T08:52:07.698" v="20" actId="478"/>
        <pc:sldMkLst>
          <pc:docMk/>
          <pc:sldMk cId="408029411" sldId="263"/>
        </pc:sldMkLst>
        <pc:spChg chg="add del">
          <ac:chgData name="De Giorgi, Giuseppe" userId="2bed3bf2-41f1-45b4-a919-c57b18870117" providerId="ADAL" clId="{EB3AAB68-1C81-4FAA-9471-49551CB4A501}" dt="2026-06-25T08:37:26.553" v="15" actId="26606"/>
          <ac:spMkLst>
            <pc:docMk/>
            <pc:sldMk cId="408029411" sldId="263"/>
            <ac:spMk id="2" creationId="{8C71C251-73AF-DE6B-2547-32E497962C04}"/>
          </ac:spMkLst>
        </pc:spChg>
        <pc:spChg chg="del">
          <ac:chgData name="De Giorgi, Giuseppe" userId="2bed3bf2-41f1-45b4-a919-c57b18870117" providerId="ADAL" clId="{EB3AAB68-1C81-4FAA-9471-49551CB4A501}" dt="2026-06-25T08:36:22.296" v="4"/>
          <ac:spMkLst>
            <pc:docMk/>
            <pc:sldMk cId="408029411" sldId="263"/>
            <ac:spMk id="3" creationId="{A3555B60-FF0B-C4F4-AE1D-F963A7C21535}"/>
          </ac:spMkLst>
        </pc:spChg>
        <pc:spChg chg="del mod">
          <ac:chgData name="De Giorgi, Giuseppe" userId="2bed3bf2-41f1-45b4-a919-c57b18870117" providerId="ADAL" clId="{EB3AAB68-1C81-4FAA-9471-49551CB4A501}" dt="2026-06-25T08:52:07.698" v="20" actId="478"/>
          <ac:spMkLst>
            <pc:docMk/>
            <pc:sldMk cId="408029411" sldId="263"/>
            <ac:spMk id="4" creationId="{77DFF950-B266-4778-3511-95E3388B9BBE}"/>
          </ac:spMkLst>
        </pc:spChg>
        <pc:spChg chg="add del mod">
          <ac:chgData name="De Giorgi, Giuseppe" userId="2bed3bf2-41f1-45b4-a919-c57b18870117" providerId="ADAL" clId="{EB3AAB68-1C81-4FAA-9471-49551CB4A501}" dt="2026-06-25T08:37:21.521" v="14" actId="26606"/>
          <ac:spMkLst>
            <pc:docMk/>
            <pc:sldMk cId="408029411" sldId="263"/>
            <ac:spMk id="8" creationId="{DEF18D3F-EDE6-D42A-41A9-F2BF447B288A}"/>
          </ac:spMkLst>
        </pc:spChg>
        <pc:spChg chg="add del mod">
          <ac:chgData name="De Giorgi, Giuseppe" userId="2bed3bf2-41f1-45b4-a919-c57b18870117" providerId="ADAL" clId="{EB3AAB68-1C81-4FAA-9471-49551CB4A501}" dt="2026-06-25T08:37:21.521" v="14" actId="26606"/>
          <ac:spMkLst>
            <pc:docMk/>
            <pc:sldMk cId="408029411" sldId="263"/>
            <ac:spMk id="9" creationId="{A08D6311-9009-1BAA-0C1A-1A7F9C6A1ED0}"/>
          </ac:spMkLst>
        </pc:spChg>
        <pc:spChg chg="add mod">
          <ac:chgData name="De Giorgi, Giuseppe" userId="2bed3bf2-41f1-45b4-a919-c57b18870117" providerId="ADAL" clId="{EB3AAB68-1C81-4FAA-9471-49551CB4A501}" dt="2026-06-25T08:50:26.636" v="18" actId="26606"/>
          <ac:spMkLst>
            <pc:docMk/>
            <pc:sldMk cId="408029411" sldId="263"/>
            <ac:spMk id="10" creationId="{D085CAA3-060F-552A-9010-99598C9CCFEE}"/>
          </ac:spMkLst>
        </pc:spChg>
        <pc:spChg chg="add del mod">
          <ac:chgData name="De Giorgi, Giuseppe" userId="2bed3bf2-41f1-45b4-a919-c57b18870117" providerId="ADAL" clId="{EB3AAB68-1C81-4FAA-9471-49551CB4A501}" dt="2026-06-25T08:37:08.304" v="6" actId="26606"/>
          <ac:spMkLst>
            <pc:docMk/>
            <pc:sldMk cId="408029411" sldId="263"/>
            <ac:spMk id="11" creationId="{DEF18D3F-EDE6-D42A-41A9-F2BF447B288A}"/>
          </ac:spMkLst>
        </pc:spChg>
        <pc:spChg chg="add mod">
          <ac:chgData name="De Giorgi, Giuseppe" userId="2bed3bf2-41f1-45b4-a919-c57b18870117" providerId="ADAL" clId="{EB3AAB68-1C81-4FAA-9471-49551CB4A501}" dt="2026-06-25T08:50:26.879" v="19" actId="27636"/>
          <ac:spMkLst>
            <pc:docMk/>
            <pc:sldMk cId="408029411" sldId="263"/>
            <ac:spMk id="12" creationId="{F6D758D7-DBA9-BC11-905A-840851B8FD8B}"/>
          </ac:spMkLst>
        </pc:spChg>
        <pc:spChg chg="add del mod">
          <ac:chgData name="De Giorgi, Giuseppe" userId="2bed3bf2-41f1-45b4-a919-c57b18870117" providerId="ADAL" clId="{EB3AAB68-1C81-4FAA-9471-49551CB4A501}" dt="2026-06-25T08:37:08.304" v="6" actId="26606"/>
          <ac:spMkLst>
            <pc:docMk/>
            <pc:sldMk cId="408029411" sldId="263"/>
            <ac:spMk id="13" creationId="{A08D6311-9009-1BAA-0C1A-1A7F9C6A1ED0}"/>
          </ac:spMkLst>
        </pc:spChg>
        <pc:picChg chg="add mod ord">
          <ac:chgData name="De Giorgi, Giuseppe" userId="2bed3bf2-41f1-45b4-a919-c57b18870117" providerId="ADAL" clId="{EB3AAB68-1C81-4FAA-9471-49551CB4A501}" dt="2026-06-25T08:37:35.995" v="17" actId="14100"/>
          <ac:picMkLst>
            <pc:docMk/>
            <pc:sldMk cId="408029411" sldId="263"/>
            <ac:picMk id="6" creationId="{B5BF8E61-DCF7-26A9-4969-F436483B950C}"/>
          </ac:picMkLst>
        </pc:picChg>
      </pc:sldChg>
      <pc:sldChg chg="new del">
        <pc:chgData name="De Giorgi, Giuseppe" userId="2bed3bf2-41f1-45b4-a919-c57b18870117" providerId="ADAL" clId="{EB3AAB68-1C81-4FAA-9471-49551CB4A501}" dt="2026-06-25T10:28:54.582" v="22" actId="47"/>
        <pc:sldMkLst>
          <pc:docMk/>
          <pc:sldMk cId="3269026304" sldId="264"/>
        </pc:sldMkLst>
      </pc:sldChg>
      <pc:sldChg chg="addSp delSp modSp new mod">
        <pc:chgData name="De Giorgi, Giuseppe" userId="2bed3bf2-41f1-45b4-a919-c57b18870117" providerId="ADAL" clId="{EB3AAB68-1C81-4FAA-9471-49551CB4A501}" dt="2026-06-25T11:21:10.601" v="48" actId="478"/>
        <pc:sldMkLst>
          <pc:docMk/>
          <pc:sldMk cId="3551089479" sldId="264"/>
        </pc:sldMkLst>
        <pc:spChg chg="mod">
          <ac:chgData name="De Giorgi, Giuseppe" userId="2bed3bf2-41f1-45b4-a919-c57b18870117" providerId="ADAL" clId="{EB3AAB68-1C81-4FAA-9471-49551CB4A501}" dt="2026-06-25T11:20:50.189" v="46" actId="26606"/>
          <ac:spMkLst>
            <pc:docMk/>
            <pc:sldMk cId="3551089479" sldId="264"/>
            <ac:spMk id="2" creationId="{8C469ED0-F9BB-E20D-CE65-CC7E43248055}"/>
          </ac:spMkLst>
        </pc:spChg>
        <pc:spChg chg="del">
          <ac:chgData name="De Giorgi, Giuseppe" userId="2bed3bf2-41f1-45b4-a919-c57b18870117" providerId="ADAL" clId="{EB3AAB68-1C81-4FAA-9471-49551CB4A501}" dt="2026-06-25T11:08:35.379" v="24" actId="22"/>
          <ac:spMkLst>
            <pc:docMk/>
            <pc:sldMk cId="3551089479" sldId="264"/>
            <ac:spMk id="3" creationId="{35B08CB4-42BE-30A4-7666-8F8D8ADB5078}"/>
          </ac:spMkLst>
        </pc:spChg>
        <pc:spChg chg="del mod">
          <ac:chgData name="De Giorgi, Giuseppe" userId="2bed3bf2-41f1-45b4-a919-c57b18870117" providerId="ADAL" clId="{EB3AAB68-1C81-4FAA-9471-49551CB4A501}" dt="2026-06-25T11:21:10.601" v="48" actId="478"/>
          <ac:spMkLst>
            <pc:docMk/>
            <pc:sldMk cId="3551089479" sldId="264"/>
            <ac:spMk id="4" creationId="{B26EE4E8-A73D-2A11-B06C-C89907C569CA}"/>
          </ac:spMkLst>
        </pc:spChg>
        <pc:spChg chg="add">
          <ac:chgData name="De Giorgi, Giuseppe" userId="2bed3bf2-41f1-45b4-a919-c57b18870117" providerId="ADAL" clId="{EB3AAB68-1C81-4FAA-9471-49551CB4A501}" dt="2026-06-25T11:20:50.189" v="46" actId="26606"/>
          <ac:spMkLst>
            <pc:docMk/>
            <pc:sldMk cId="3551089479" sldId="264"/>
            <ac:spMk id="20" creationId="{00000000-0000-0000-0000-000000000000}"/>
          </ac:spMkLst>
        </pc:spChg>
        <pc:spChg chg="add">
          <ac:chgData name="De Giorgi, Giuseppe" userId="2bed3bf2-41f1-45b4-a919-c57b18870117" providerId="ADAL" clId="{EB3AAB68-1C81-4FAA-9471-49551CB4A501}" dt="2026-06-25T11:20:50.189" v="46" actId="26606"/>
          <ac:spMkLst>
            <pc:docMk/>
            <pc:sldMk cId="3551089479" sldId="264"/>
            <ac:spMk id="21" creationId="{00000000-0000-0000-0000-000000000000}"/>
          </ac:spMkLst>
        </pc:spChg>
        <pc:spChg chg="add">
          <ac:chgData name="De Giorgi, Giuseppe" userId="2bed3bf2-41f1-45b4-a919-c57b18870117" providerId="ADAL" clId="{EB3AAB68-1C81-4FAA-9471-49551CB4A501}" dt="2026-06-25T11:20:50.189" v="46" actId="26606"/>
          <ac:spMkLst>
            <pc:docMk/>
            <pc:sldMk cId="3551089479" sldId="264"/>
            <ac:spMk id="22" creationId="{00000000-0000-0000-0000-000000000000}"/>
          </ac:spMkLst>
        </pc:spChg>
        <pc:spChg chg="add">
          <ac:chgData name="De Giorgi, Giuseppe" userId="2bed3bf2-41f1-45b4-a919-c57b18870117" providerId="ADAL" clId="{EB3AAB68-1C81-4FAA-9471-49551CB4A501}" dt="2026-06-25T11:20:50.189" v="46" actId="26606"/>
          <ac:spMkLst>
            <pc:docMk/>
            <pc:sldMk cId="3551089479" sldId="264"/>
            <ac:spMk id="23" creationId="{00000000-0000-0000-0000-000000000000}"/>
          </ac:spMkLst>
        </pc:spChg>
        <pc:picChg chg="add mod ord">
          <ac:chgData name="De Giorgi, Giuseppe" userId="2bed3bf2-41f1-45b4-a919-c57b18870117" providerId="ADAL" clId="{EB3AAB68-1C81-4FAA-9471-49551CB4A501}" dt="2026-06-25T11:15:04.957" v="44" actId="1076"/>
          <ac:picMkLst>
            <pc:docMk/>
            <pc:sldMk cId="3551089479" sldId="264"/>
            <ac:picMk id="6" creationId="{1D29F6A8-1DEE-2134-5015-DE2B0AB70D5E}"/>
          </ac:picMkLst>
        </pc:picChg>
        <pc:picChg chg="add mod">
          <ac:chgData name="De Giorgi, Giuseppe" userId="2bed3bf2-41f1-45b4-a919-c57b18870117" providerId="ADAL" clId="{EB3AAB68-1C81-4FAA-9471-49551CB4A501}" dt="2026-06-25T11:15:03.230" v="43" actId="1076"/>
          <ac:picMkLst>
            <pc:docMk/>
            <pc:sldMk cId="3551089479" sldId="264"/>
            <ac:picMk id="8" creationId="{30E2BDF1-5A14-6832-6380-5AD595B582C5}"/>
          </ac:picMkLst>
        </pc:picChg>
        <pc:picChg chg="add mod">
          <ac:chgData name="De Giorgi, Giuseppe" userId="2bed3bf2-41f1-45b4-a919-c57b18870117" providerId="ADAL" clId="{EB3AAB68-1C81-4FAA-9471-49551CB4A501}" dt="2026-06-25T11:15:01.282" v="42" actId="1076"/>
          <ac:picMkLst>
            <pc:docMk/>
            <pc:sldMk cId="3551089479" sldId="264"/>
            <ac:picMk id="10" creationId="{28186A47-50C0-2E74-6FA3-8719EDF48959}"/>
          </ac:picMkLst>
        </pc:picChg>
        <pc:picChg chg="add mod">
          <ac:chgData name="De Giorgi, Giuseppe" userId="2bed3bf2-41f1-45b4-a919-c57b18870117" providerId="ADAL" clId="{EB3AAB68-1C81-4FAA-9471-49551CB4A501}" dt="2026-06-25T11:15:08.827" v="45" actId="1076"/>
          <ac:picMkLst>
            <pc:docMk/>
            <pc:sldMk cId="3551089479" sldId="264"/>
            <ac:picMk id="12" creationId="{6148FEB3-10A4-7100-4804-4BC0C0533306}"/>
          </ac:picMkLst>
        </pc:picChg>
      </pc:sldChg>
      <pc:sldChg chg="addSp delSp modSp new mod">
        <pc:chgData name="De Giorgi, Giuseppe" userId="2bed3bf2-41f1-45b4-a919-c57b18870117" providerId="ADAL" clId="{EB3AAB68-1C81-4FAA-9471-49551CB4A501}" dt="2026-06-25T12:28:36.187" v="73" actId="26606"/>
        <pc:sldMkLst>
          <pc:docMk/>
          <pc:sldMk cId="2620471829" sldId="265"/>
        </pc:sldMkLst>
        <pc:spChg chg="mod">
          <ac:chgData name="De Giorgi, Giuseppe" userId="2bed3bf2-41f1-45b4-a919-c57b18870117" providerId="ADAL" clId="{EB3AAB68-1C81-4FAA-9471-49551CB4A501}" dt="2026-06-25T12:28:36.187" v="73" actId="26606"/>
          <ac:spMkLst>
            <pc:docMk/>
            <pc:sldMk cId="2620471829" sldId="265"/>
            <ac:spMk id="2" creationId="{218B6D18-5F01-3C7B-133C-D5FC5BA75321}"/>
          </ac:spMkLst>
        </pc:spChg>
        <pc:spChg chg="del">
          <ac:chgData name="De Giorgi, Giuseppe" userId="2bed3bf2-41f1-45b4-a919-c57b18870117" providerId="ADAL" clId="{EB3AAB68-1C81-4FAA-9471-49551CB4A501}" dt="2026-06-25T12:22:01.343" v="50" actId="22"/>
          <ac:spMkLst>
            <pc:docMk/>
            <pc:sldMk cId="2620471829" sldId="265"/>
            <ac:spMk id="3" creationId="{BDC19E70-C55E-C0AE-BD22-621A3EEBD33D}"/>
          </ac:spMkLst>
        </pc:spChg>
        <pc:spChg chg="add">
          <ac:chgData name="De Giorgi, Giuseppe" userId="2bed3bf2-41f1-45b4-a919-c57b18870117" providerId="ADAL" clId="{EB3AAB68-1C81-4FAA-9471-49551CB4A501}" dt="2026-06-25T12:28:36.187" v="73" actId="26606"/>
          <ac:spMkLst>
            <pc:docMk/>
            <pc:sldMk cId="2620471829" sldId="265"/>
            <ac:spMk id="20" creationId="{00000000-0000-0000-0000-000000000000}"/>
          </ac:spMkLst>
        </pc:spChg>
        <pc:spChg chg="add">
          <ac:chgData name="De Giorgi, Giuseppe" userId="2bed3bf2-41f1-45b4-a919-c57b18870117" providerId="ADAL" clId="{EB3AAB68-1C81-4FAA-9471-49551CB4A501}" dt="2026-06-25T12:28:36.187" v="73" actId="26606"/>
          <ac:spMkLst>
            <pc:docMk/>
            <pc:sldMk cId="2620471829" sldId="265"/>
            <ac:spMk id="21" creationId="{00000000-0000-0000-0000-000000000000}"/>
          </ac:spMkLst>
        </pc:spChg>
        <pc:spChg chg="add">
          <ac:chgData name="De Giorgi, Giuseppe" userId="2bed3bf2-41f1-45b4-a919-c57b18870117" providerId="ADAL" clId="{EB3AAB68-1C81-4FAA-9471-49551CB4A501}" dt="2026-06-25T12:28:36.187" v="73" actId="26606"/>
          <ac:spMkLst>
            <pc:docMk/>
            <pc:sldMk cId="2620471829" sldId="265"/>
            <ac:spMk id="22" creationId="{00000000-0000-0000-0000-000000000000}"/>
          </ac:spMkLst>
        </pc:spChg>
        <pc:picChg chg="add mod ord">
          <ac:chgData name="De Giorgi, Giuseppe" userId="2bed3bf2-41f1-45b4-a919-c57b18870117" providerId="ADAL" clId="{EB3AAB68-1C81-4FAA-9471-49551CB4A501}" dt="2026-06-25T12:28:36.187" v="73" actId="26606"/>
          <ac:picMkLst>
            <pc:docMk/>
            <pc:sldMk cId="2620471829" sldId="265"/>
            <ac:picMk id="6" creationId="{D283180C-1524-F088-7616-567BE31372B7}"/>
          </ac:picMkLst>
        </pc:picChg>
        <pc:picChg chg="add mod">
          <ac:chgData name="De Giorgi, Giuseppe" userId="2bed3bf2-41f1-45b4-a919-c57b18870117" providerId="ADAL" clId="{EB3AAB68-1C81-4FAA-9471-49551CB4A501}" dt="2026-06-25T12:28:36.187" v="73" actId="26606"/>
          <ac:picMkLst>
            <pc:docMk/>
            <pc:sldMk cId="2620471829" sldId="265"/>
            <ac:picMk id="8" creationId="{AB07545B-5FB9-6EE7-6F60-94775A1A3EB3}"/>
          </ac:picMkLst>
        </pc:picChg>
        <pc:picChg chg="add mod">
          <ac:chgData name="De Giorgi, Giuseppe" userId="2bed3bf2-41f1-45b4-a919-c57b18870117" providerId="ADAL" clId="{EB3AAB68-1C81-4FAA-9471-49551CB4A501}" dt="2026-06-25T12:28:36.187" v="73" actId="26606"/>
          <ac:picMkLst>
            <pc:docMk/>
            <pc:sldMk cId="2620471829" sldId="265"/>
            <ac:picMk id="10" creationId="{725FFCC4-BBCC-92C7-E19C-D20981BA364A}"/>
          </ac:picMkLst>
        </pc:picChg>
      </pc:sldChg>
      <pc:sldChg chg="addSp delSp modSp new mod">
        <pc:chgData name="De Giorgi, Giuseppe" userId="2bed3bf2-41f1-45b4-a919-c57b18870117" providerId="ADAL" clId="{EB3AAB68-1C81-4FAA-9471-49551CB4A501}" dt="2026-06-25T12:49:05.736" v="86" actId="26606"/>
        <pc:sldMkLst>
          <pc:docMk/>
          <pc:sldMk cId="2162535495" sldId="266"/>
        </pc:sldMkLst>
        <pc:spChg chg="mod">
          <ac:chgData name="De Giorgi, Giuseppe" userId="2bed3bf2-41f1-45b4-a919-c57b18870117" providerId="ADAL" clId="{EB3AAB68-1C81-4FAA-9471-49551CB4A501}" dt="2026-06-25T12:42:14.138" v="84" actId="26606"/>
          <ac:spMkLst>
            <pc:docMk/>
            <pc:sldMk cId="2162535495" sldId="266"/>
            <ac:spMk id="2" creationId="{D55AFC16-8D63-F1F2-A841-9502E0CB31DB}"/>
          </ac:spMkLst>
        </pc:spChg>
        <pc:spChg chg="del">
          <ac:chgData name="De Giorgi, Giuseppe" userId="2bed3bf2-41f1-45b4-a919-c57b18870117" providerId="ADAL" clId="{EB3AAB68-1C81-4FAA-9471-49551CB4A501}" dt="2026-06-25T12:29:56.759" v="75" actId="22"/>
          <ac:spMkLst>
            <pc:docMk/>
            <pc:sldMk cId="2162535495" sldId="266"/>
            <ac:spMk id="3" creationId="{DC43057B-2DD5-8568-DC15-881CAB5F308D}"/>
          </ac:spMkLst>
        </pc:spChg>
        <pc:spChg chg="add del">
          <ac:chgData name="De Giorgi, Giuseppe" userId="2bed3bf2-41f1-45b4-a919-c57b18870117" providerId="ADAL" clId="{EB3AAB68-1C81-4FAA-9471-49551CB4A501}" dt="2026-06-25T12:49:05.736" v="86" actId="26606"/>
          <ac:spMkLst>
            <pc:docMk/>
            <pc:sldMk cId="2162535495" sldId="266"/>
            <ac:spMk id="4" creationId="{25B7C682-CB3A-6B0A-95E6-AD706BF1EED4}"/>
          </ac:spMkLst>
        </pc:spChg>
        <pc:spChg chg="add">
          <ac:chgData name="De Giorgi, Giuseppe" userId="2bed3bf2-41f1-45b4-a919-c57b18870117" providerId="ADAL" clId="{EB3AAB68-1C81-4FAA-9471-49551CB4A501}" dt="2026-06-25T12:42:14.138" v="84" actId="26606"/>
          <ac:spMkLst>
            <pc:docMk/>
            <pc:sldMk cId="2162535495" sldId="266"/>
            <ac:spMk id="20" creationId="{00000000-0000-0000-0000-000000000000}"/>
          </ac:spMkLst>
        </pc:spChg>
        <pc:spChg chg="add">
          <ac:chgData name="De Giorgi, Giuseppe" userId="2bed3bf2-41f1-45b4-a919-c57b18870117" providerId="ADAL" clId="{EB3AAB68-1C81-4FAA-9471-49551CB4A501}" dt="2026-06-25T12:42:14.138" v="84" actId="26606"/>
          <ac:spMkLst>
            <pc:docMk/>
            <pc:sldMk cId="2162535495" sldId="266"/>
            <ac:spMk id="21" creationId="{00000000-0000-0000-0000-000000000000}"/>
          </ac:spMkLst>
        </pc:spChg>
        <pc:picChg chg="add mod ord">
          <ac:chgData name="De Giorgi, Giuseppe" userId="2bed3bf2-41f1-45b4-a919-c57b18870117" providerId="ADAL" clId="{EB3AAB68-1C81-4FAA-9471-49551CB4A501}" dt="2026-06-25T12:42:14.138" v="84" actId="26606"/>
          <ac:picMkLst>
            <pc:docMk/>
            <pc:sldMk cId="2162535495" sldId="266"/>
            <ac:picMk id="6" creationId="{DAA480A3-0EC1-CA84-4C24-61C5C5C84363}"/>
          </ac:picMkLst>
        </pc:picChg>
        <pc:picChg chg="add mod">
          <ac:chgData name="De Giorgi, Giuseppe" userId="2bed3bf2-41f1-45b4-a919-c57b18870117" providerId="ADAL" clId="{EB3AAB68-1C81-4FAA-9471-49551CB4A501}" dt="2026-06-25T12:34:41.723" v="83" actId="1076"/>
          <ac:picMkLst>
            <pc:docMk/>
            <pc:sldMk cId="2162535495" sldId="266"/>
            <ac:picMk id="8" creationId="{692122CF-A9E3-8D94-2CC6-C8F6ECD34F62}"/>
          </ac:picMkLst>
        </pc:picChg>
      </pc:sldChg>
      <pc:sldChg chg="add">
        <pc:chgData name="De Giorgi, Giuseppe" userId="2bed3bf2-41f1-45b4-a919-c57b18870117" providerId="ADAL" clId="{EB3AAB68-1C81-4FAA-9471-49551CB4A501}" dt="2026-06-25T12:49:05.736" v="86" actId="26606"/>
        <pc:sldMkLst>
          <pc:docMk/>
          <pc:sldMk cId="4215556393" sldId="267"/>
        </pc:sldMkLst>
      </pc:sldChg>
      <pc:sldChg chg="addSp delSp modSp new mod modClrScheme chgLayout">
        <pc:chgData name="De Giorgi, Giuseppe" userId="2bed3bf2-41f1-45b4-a919-c57b18870117" providerId="ADAL" clId="{EB3AAB68-1C81-4FAA-9471-49551CB4A501}" dt="2026-06-25T12:54:36.469" v="92" actId="26606"/>
        <pc:sldMkLst>
          <pc:docMk/>
          <pc:sldMk cId="1327142876" sldId="268"/>
        </pc:sldMkLst>
        <pc:spChg chg="del">
          <ac:chgData name="De Giorgi, Giuseppe" userId="2bed3bf2-41f1-45b4-a919-c57b18870117" providerId="ADAL" clId="{EB3AAB68-1C81-4FAA-9471-49551CB4A501}" dt="2026-06-25T12:50:04.015" v="90" actId="26606"/>
          <ac:spMkLst>
            <pc:docMk/>
            <pc:sldMk cId="1327142876" sldId="268"/>
            <ac:spMk id="2" creationId="{61BDB0B1-AC9F-4922-199A-9A596C98E3F6}"/>
          </ac:spMkLst>
        </pc:spChg>
        <pc:spChg chg="del">
          <ac:chgData name="De Giorgi, Giuseppe" userId="2bed3bf2-41f1-45b4-a919-c57b18870117" providerId="ADAL" clId="{EB3AAB68-1C81-4FAA-9471-49551CB4A501}" dt="2026-06-25T12:49:58.472" v="88" actId="22"/>
          <ac:spMkLst>
            <pc:docMk/>
            <pc:sldMk cId="1327142876" sldId="268"/>
            <ac:spMk id="3" creationId="{E3DF7809-6B0D-E8F2-2BC6-378A78BD1147}"/>
          </ac:spMkLst>
        </pc:spChg>
        <pc:spChg chg="del mod">
          <ac:chgData name="De Giorgi, Giuseppe" userId="2bed3bf2-41f1-45b4-a919-c57b18870117" providerId="ADAL" clId="{EB3AAB68-1C81-4FAA-9471-49551CB4A501}" dt="2026-06-25T12:50:56.443" v="91" actId="478"/>
          <ac:spMkLst>
            <pc:docMk/>
            <pc:sldMk cId="1327142876" sldId="268"/>
            <ac:spMk id="4" creationId="{286783F4-C8EF-F142-833A-260C3C8CE703}"/>
          </ac:spMkLst>
        </pc:spChg>
        <pc:spChg chg="add mod">
          <ac:chgData name="De Giorgi, Giuseppe" userId="2bed3bf2-41f1-45b4-a919-c57b18870117" providerId="ADAL" clId="{EB3AAB68-1C81-4FAA-9471-49551CB4A501}" dt="2026-06-25T12:54:36.469" v="92" actId="26606"/>
          <ac:spMkLst>
            <pc:docMk/>
            <pc:sldMk cId="1327142876" sldId="268"/>
            <ac:spMk id="11" creationId="{9B20FF35-0EC5-EB9B-3E74-1AA85373A935}"/>
          </ac:spMkLst>
        </pc:spChg>
        <pc:spChg chg="add mod">
          <ac:chgData name="De Giorgi, Giuseppe" userId="2bed3bf2-41f1-45b4-a919-c57b18870117" providerId="ADAL" clId="{EB3AAB68-1C81-4FAA-9471-49551CB4A501}" dt="2026-06-25T12:54:36.469" v="92" actId="26606"/>
          <ac:spMkLst>
            <pc:docMk/>
            <pc:sldMk cId="1327142876" sldId="268"/>
            <ac:spMk id="13" creationId="{35072F51-6511-4074-1784-581D7ABFCAF5}"/>
          </ac:spMkLst>
        </pc:spChg>
        <pc:picChg chg="add mod ord">
          <ac:chgData name="De Giorgi, Giuseppe" userId="2bed3bf2-41f1-45b4-a919-c57b18870117" providerId="ADAL" clId="{EB3AAB68-1C81-4FAA-9471-49551CB4A501}" dt="2026-06-25T12:50:04.015" v="90" actId="26606"/>
          <ac:picMkLst>
            <pc:docMk/>
            <pc:sldMk cId="1327142876" sldId="268"/>
            <ac:picMk id="6" creationId="{24BB7B58-9E60-127A-334E-096C964B8EC5}"/>
          </ac:picMkLst>
        </pc:picChg>
      </pc:sldChg>
      <pc:sldChg chg="new del">
        <pc:chgData name="De Giorgi, Giuseppe" userId="2bed3bf2-41f1-45b4-a919-c57b18870117" providerId="ADAL" clId="{EB3AAB68-1C81-4FAA-9471-49551CB4A501}" dt="2026-06-25T13:53:51.884" v="94" actId="680"/>
        <pc:sldMkLst>
          <pc:docMk/>
          <pc:sldMk cId="1528374103" sldId="269"/>
        </pc:sldMkLst>
      </pc:sldChg>
      <pc:sldChg chg="addSp delSp modSp new mod">
        <pc:chgData name="De Giorgi, Giuseppe" userId="2bed3bf2-41f1-45b4-a919-c57b18870117" providerId="ADAL" clId="{EB3AAB68-1C81-4FAA-9471-49551CB4A501}" dt="2026-06-25T14:45:19.261" v="132" actId="478"/>
        <pc:sldMkLst>
          <pc:docMk/>
          <pc:sldMk cId="3205643292" sldId="269"/>
        </pc:sldMkLst>
        <pc:spChg chg="mod">
          <ac:chgData name="De Giorgi, Giuseppe" userId="2bed3bf2-41f1-45b4-a919-c57b18870117" providerId="ADAL" clId="{EB3AAB68-1C81-4FAA-9471-49551CB4A501}" dt="2026-06-25T14:23:43.204" v="129" actId="26606"/>
          <ac:spMkLst>
            <pc:docMk/>
            <pc:sldMk cId="3205643292" sldId="269"/>
            <ac:spMk id="2" creationId="{FF1A3591-23BA-F517-505D-230C1101B7F4}"/>
          </ac:spMkLst>
        </pc:spChg>
        <pc:spChg chg="del">
          <ac:chgData name="De Giorgi, Giuseppe" userId="2bed3bf2-41f1-45b4-a919-c57b18870117" providerId="ADAL" clId="{EB3AAB68-1C81-4FAA-9471-49551CB4A501}" dt="2026-06-25T14:12:53.215" v="99" actId="22"/>
          <ac:spMkLst>
            <pc:docMk/>
            <pc:sldMk cId="3205643292" sldId="269"/>
            <ac:spMk id="3" creationId="{5AC36F5B-96F3-7F98-140A-4C678C6C35FF}"/>
          </ac:spMkLst>
        </pc:spChg>
        <pc:spChg chg="del">
          <ac:chgData name="De Giorgi, Giuseppe" userId="2bed3bf2-41f1-45b4-a919-c57b18870117" providerId="ADAL" clId="{EB3AAB68-1C81-4FAA-9471-49551CB4A501}" dt="2026-06-25T14:45:19.261" v="132" actId="478"/>
          <ac:spMkLst>
            <pc:docMk/>
            <pc:sldMk cId="3205643292" sldId="269"/>
            <ac:spMk id="4" creationId="{E895CD4E-A38E-D14C-3B92-18B575CDC53C}"/>
          </ac:spMkLst>
        </pc:spChg>
        <pc:spChg chg="add">
          <ac:chgData name="De Giorgi, Giuseppe" userId="2bed3bf2-41f1-45b4-a919-c57b18870117" providerId="ADAL" clId="{EB3AAB68-1C81-4FAA-9471-49551CB4A501}" dt="2026-06-25T14:23:43.204" v="129" actId="26606"/>
          <ac:spMkLst>
            <pc:docMk/>
            <pc:sldMk cId="3205643292" sldId="269"/>
            <ac:spMk id="20" creationId="{00000000-0000-0000-0000-000000000000}"/>
          </ac:spMkLst>
        </pc:spChg>
        <pc:spChg chg="add">
          <ac:chgData name="De Giorgi, Giuseppe" userId="2bed3bf2-41f1-45b4-a919-c57b18870117" providerId="ADAL" clId="{EB3AAB68-1C81-4FAA-9471-49551CB4A501}" dt="2026-06-25T14:23:43.204" v="129" actId="26606"/>
          <ac:spMkLst>
            <pc:docMk/>
            <pc:sldMk cId="3205643292" sldId="269"/>
            <ac:spMk id="21" creationId="{00000000-0000-0000-0000-000000000000}"/>
          </ac:spMkLst>
        </pc:spChg>
        <pc:spChg chg="add">
          <ac:chgData name="De Giorgi, Giuseppe" userId="2bed3bf2-41f1-45b4-a919-c57b18870117" providerId="ADAL" clId="{EB3AAB68-1C81-4FAA-9471-49551CB4A501}" dt="2026-06-25T14:23:43.204" v="129" actId="26606"/>
          <ac:spMkLst>
            <pc:docMk/>
            <pc:sldMk cId="3205643292" sldId="269"/>
            <ac:spMk id="22" creationId="{00000000-0000-0000-0000-000000000000}"/>
          </ac:spMkLst>
        </pc:spChg>
        <pc:spChg chg="add">
          <ac:chgData name="De Giorgi, Giuseppe" userId="2bed3bf2-41f1-45b4-a919-c57b18870117" providerId="ADAL" clId="{EB3AAB68-1C81-4FAA-9471-49551CB4A501}" dt="2026-06-25T14:23:43.204" v="129" actId="26606"/>
          <ac:spMkLst>
            <pc:docMk/>
            <pc:sldMk cId="3205643292" sldId="269"/>
            <ac:spMk id="23" creationId="{00000000-0000-0000-0000-000000000000}"/>
          </ac:spMkLst>
        </pc:spChg>
        <pc:spChg chg="add">
          <ac:chgData name="De Giorgi, Giuseppe" userId="2bed3bf2-41f1-45b4-a919-c57b18870117" providerId="ADAL" clId="{EB3AAB68-1C81-4FAA-9471-49551CB4A501}" dt="2026-06-25T14:23:43.204" v="129" actId="26606"/>
          <ac:spMkLst>
            <pc:docMk/>
            <pc:sldMk cId="3205643292" sldId="269"/>
            <ac:spMk id="24" creationId="{00000000-0000-0000-0000-000000000000}"/>
          </ac:spMkLst>
        </pc:spChg>
        <pc:picChg chg="add mod">
          <ac:chgData name="De Giorgi, Giuseppe" userId="2bed3bf2-41f1-45b4-a919-c57b18870117" providerId="ADAL" clId="{EB3AAB68-1C81-4FAA-9471-49551CB4A501}" dt="2026-06-25T14:23:43.204" v="129" actId="26606"/>
          <ac:picMkLst>
            <pc:docMk/>
            <pc:sldMk cId="3205643292" sldId="269"/>
            <ac:picMk id="6" creationId="{725D43EF-65D4-6F64-7032-A383496819F3}"/>
          </ac:picMkLst>
        </pc:picChg>
        <pc:picChg chg="add mod ord">
          <ac:chgData name="De Giorgi, Giuseppe" userId="2bed3bf2-41f1-45b4-a919-c57b18870117" providerId="ADAL" clId="{EB3AAB68-1C81-4FAA-9471-49551CB4A501}" dt="2026-06-25T14:23:43.204" v="129" actId="26606"/>
          <ac:picMkLst>
            <pc:docMk/>
            <pc:sldMk cId="3205643292" sldId="269"/>
            <ac:picMk id="8" creationId="{7CBE33D2-A5B8-523A-16FC-4FD88416DF0E}"/>
          </ac:picMkLst>
        </pc:picChg>
        <pc:picChg chg="add mod">
          <ac:chgData name="De Giorgi, Giuseppe" userId="2bed3bf2-41f1-45b4-a919-c57b18870117" providerId="ADAL" clId="{EB3AAB68-1C81-4FAA-9471-49551CB4A501}" dt="2026-06-25T14:23:43.204" v="129" actId="26606"/>
          <ac:picMkLst>
            <pc:docMk/>
            <pc:sldMk cId="3205643292" sldId="269"/>
            <ac:picMk id="10" creationId="{EF23ED82-1B65-0BDE-3952-EE58ADD3D5DD}"/>
          </ac:picMkLst>
        </pc:picChg>
        <pc:picChg chg="add mod">
          <ac:chgData name="De Giorgi, Giuseppe" userId="2bed3bf2-41f1-45b4-a919-c57b18870117" providerId="ADAL" clId="{EB3AAB68-1C81-4FAA-9471-49551CB4A501}" dt="2026-06-25T14:27:31.833" v="131" actId="1076"/>
          <ac:picMkLst>
            <pc:docMk/>
            <pc:sldMk cId="3205643292" sldId="269"/>
            <ac:picMk id="12" creationId="{BD13ECF0-696D-3936-7E3C-86DB86CE3DAE}"/>
          </ac:picMkLst>
        </pc:picChg>
      </pc:sldChg>
      <pc:sldChg chg="addSp delSp modSp new mod modClrScheme chgLayout">
        <pc:chgData name="De Giorgi, Giuseppe" userId="2bed3bf2-41f1-45b4-a919-c57b18870117" providerId="ADAL" clId="{EB3AAB68-1C81-4FAA-9471-49551CB4A501}" dt="2026-06-25T15:01:08.299" v="200" actId="1076"/>
        <pc:sldMkLst>
          <pc:docMk/>
          <pc:sldMk cId="3340385257" sldId="270"/>
        </pc:sldMkLst>
        <pc:spChg chg="del">
          <ac:chgData name="De Giorgi, Giuseppe" userId="2bed3bf2-41f1-45b4-a919-c57b18870117" providerId="ADAL" clId="{EB3AAB68-1C81-4FAA-9471-49551CB4A501}" dt="2026-06-25T14:47:34.805" v="157" actId="26606"/>
          <ac:spMkLst>
            <pc:docMk/>
            <pc:sldMk cId="3340385257" sldId="270"/>
            <ac:spMk id="2" creationId="{A310EC10-F2AB-4417-8321-306BFA3E64DE}"/>
          </ac:spMkLst>
        </pc:spChg>
        <pc:spChg chg="add del mod">
          <ac:chgData name="De Giorgi, Giuseppe" userId="2bed3bf2-41f1-45b4-a919-c57b18870117" providerId="ADAL" clId="{EB3AAB68-1C81-4FAA-9471-49551CB4A501}" dt="2026-06-25T14:47:26.410" v="155"/>
          <ac:spMkLst>
            <pc:docMk/>
            <pc:sldMk cId="3340385257" sldId="270"/>
            <ac:spMk id="3" creationId="{50FDA7D1-7489-FAA3-D351-6D4210DB007A}"/>
          </ac:spMkLst>
        </pc:spChg>
        <pc:spChg chg="del mod">
          <ac:chgData name="De Giorgi, Giuseppe" userId="2bed3bf2-41f1-45b4-a919-c57b18870117" providerId="ADAL" clId="{EB3AAB68-1C81-4FAA-9471-49551CB4A501}" dt="2026-06-25T14:47:50.582" v="163" actId="478"/>
          <ac:spMkLst>
            <pc:docMk/>
            <pc:sldMk cId="3340385257" sldId="270"/>
            <ac:spMk id="4" creationId="{D5832842-2203-1C23-6F9B-AF93302D7096}"/>
          </ac:spMkLst>
        </pc:spChg>
        <pc:spChg chg="add del mod">
          <ac:chgData name="De Giorgi, Giuseppe" userId="2bed3bf2-41f1-45b4-a919-c57b18870117" providerId="ADAL" clId="{EB3AAB68-1C81-4FAA-9471-49551CB4A501}" dt="2026-06-25T14:46:52.183" v="144" actId="478"/>
          <ac:spMkLst>
            <pc:docMk/>
            <pc:sldMk cId="3340385257" sldId="270"/>
            <ac:spMk id="10" creationId="{83130EE1-94AE-126F-16B4-95B047DA21AE}"/>
          </ac:spMkLst>
        </pc:spChg>
        <pc:spChg chg="add mod">
          <ac:chgData name="De Giorgi, Giuseppe" userId="2bed3bf2-41f1-45b4-a919-c57b18870117" providerId="ADAL" clId="{EB3AAB68-1C81-4FAA-9471-49551CB4A501}" dt="2026-06-25T15:00:24.822" v="194" actId="26606"/>
          <ac:spMkLst>
            <pc:docMk/>
            <pc:sldMk cId="3340385257" sldId="270"/>
            <ac:spMk id="17" creationId="{B66E0922-7AC5-DF43-B90F-AF20E56FFEF8}"/>
          </ac:spMkLst>
        </pc:spChg>
        <pc:spChg chg="add mod">
          <ac:chgData name="De Giorgi, Giuseppe" userId="2bed3bf2-41f1-45b4-a919-c57b18870117" providerId="ADAL" clId="{EB3AAB68-1C81-4FAA-9471-49551CB4A501}" dt="2026-06-25T15:00:24.822" v="194" actId="26606"/>
          <ac:spMkLst>
            <pc:docMk/>
            <pc:sldMk cId="3340385257" sldId="270"/>
            <ac:spMk id="19" creationId="{A39BE94F-F7E7-8DF0-8974-9286A61843D6}"/>
          </ac:spMkLst>
        </pc:spChg>
        <pc:picChg chg="add del mod ord">
          <ac:chgData name="De Giorgi, Giuseppe" userId="2bed3bf2-41f1-45b4-a919-c57b18870117" providerId="ADAL" clId="{EB3AAB68-1C81-4FAA-9471-49551CB4A501}" dt="2026-06-25T14:46:57.299" v="151" actId="931"/>
          <ac:picMkLst>
            <pc:docMk/>
            <pc:sldMk cId="3340385257" sldId="270"/>
            <ac:picMk id="6" creationId="{F16023E5-228B-94B0-3130-E174144CCAAB}"/>
          </ac:picMkLst>
        </pc:picChg>
        <pc:picChg chg="add del mod">
          <ac:chgData name="De Giorgi, Giuseppe" userId="2bed3bf2-41f1-45b4-a919-c57b18870117" providerId="ADAL" clId="{EB3AAB68-1C81-4FAA-9471-49551CB4A501}" dt="2026-06-25T14:46:54.677" v="146" actId="931"/>
          <ac:picMkLst>
            <pc:docMk/>
            <pc:sldMk cId="3340385257" sldId="270"/>
            <ac:picMk id="8" creationId="{627DD229-0B4B-FC1B-6E2A-12DFC494F5E3}"/>
          </ac:picMkLst>
        </pc:picChg>
        <pc:picChg chg="add mod ord">
          <ac:chgData name="De Giorgi, Giuseppe" userId="2bed3bf2-41f1-45b4-a919-c57b18870117" providerId="ADAL" clId="{EB3AAB68-1C81-4FAA-9471-49551CB4A501}" dt="2026-06-25T15:01:08.299" v="200" actId="1076"/>
          <ac:picMkLst>
            <pc:docMk/>
            <pc:sldMk cId="3340385257" sldId="270"/>
            <ac:picMk id="12" creationId="{BD90AFE9-3E22-10A2-112A-F5B9DD9C88E8}"/>
          </ac:picMkLst>
        </pc:picChg>
      </pc:sldChg>
      <pc:sldChg chg="addSp delSp modSp new mod ord">
        <pc:chgData name="De Giorgi, Giuseppe" userId="2bed3bf2-41f1-45b4-a919-c57b18870117" providerId="ADAL" clId="{EB3AAB68-1C81-4FAA-9471-49551CB4A501}" dt="2026-06-25T15:05:27.549" v="230" actId="1076"/>
        <pc:sldMkLst>
          <pc:docMk/>
          <pc:sldMk cId="621036551" sldId="271"/>
        </pc:sldMkLst>
        <pc:spChg chg="mod">
          <ac:chgData name="De Giorgi, Giuseppe" userId="2bed3bf2-41f1-45b4-a919-c57b18870117" providerId="ADAL" clId="{EB3AAB68-1C81-4FAA-9471-49551CB4A501}" dt="2026-06-25T15:00:24.822" v="194" actId="26606"/>
          <ac:spMkLst>
            <pc:docMk/>
            <pc:sldMk cId="621036551" sldId="271"/>
            <ac:spMk id="2" creationId="{1410B557-F662-5F5D-0306-356C16D7BEC4}"/>
          </ac:spMkLst>
        </pc:spChg>
        <pc:spChg chg="del">
          <ac:chgData name="De Giorgi, Giuseppe" userId="2bed3bf2-41f1-45b4-a919-c57b18870117" providerId="ADAL" clId="{EB3AAB68-1C81-4FAA-9471-49551CB4A501}" dt="2026-06-25T14:49:05.836" v="180"/>
          <ac:spMkLst>
            <pc:docMk/>
            <pc:sldMk cId="621036551" sldId="271"/>
            <ac:spMk id="3" creationId="{A779488D-7914-2C31-C081-605FCE2ED532}"/>
          </ac:spMkLst>
        </pc:spChg>
        <pc:spChg chg="del">
          <ac:chgData name="De Giorgi, Giuseppe" userId="2bed3bf2-41f1-45b4-a919-c57b18870117" providerId="ADAL" clId="{EB3AAB68-1C81-4FAA-9471-49551CB4A501}" dt="2026-06-25T14:49:00.953" v="178" actId="478"/>
          <ac:spMkLst>
            <pc:docMk/>
            <pc:sldMk cId="621036551" sldId="271"/>
            <ac:spMk id="4" creationId="{6A581C35-1456-9368-49C4-109AE64796B7}"/>
          </ac:spMkLst>
        </pc:spChg>
        <pc:spChg chg="add">
          <ac:chgData name="De Giorgi, Giuseppe" userId="2bed3bf2-41f1-45b4-a919-c57b18870117" providerId="ADAL" clId="{EB3AAB68-1C81-4FAA-9471-49551CB4A501}" dt="2026-06-25T15:00:24.822" v="194" actId="26606"/>
          <ac:spMkLst>
            <pc:docMk/>
            <pc:sldMk cId="621036551" sldId="271"/>
            <ac:spMk id="20" creationId="{00000000-0000-0000-0000-000000000000}"/>
          </ac:spMkLst>
        </pc:spChg>
        <pc:spChg chg="add">
          <ac:chgData name="De Giorgi, Giuseppe" userId="2bed3bf2-41f1-45b4-a919-c57b18870117" providerId="ADAL" clId="{EB3AAB68-1C81-4FAA-9471-49551CB4A501}" dt="2026-06-25T15:00:24.822" v="194" actId="26606"/>
          <ac:spMkLst>
            <pc:docMk/>
            <pc:sldMk cId="621036551" sldId="271"/>
            <ac:spMk id="21" creationId="{00000000-0000-0000-0000-000000000000}"/>
          </ac:spMkLst>
        </pc:spChg>
        <pc:spChg chg="add">
          <ac:chgData name="De Giorgi, Giuseppe" userId="2bed3bf2-41f1-45b4-a919-c57b18870117" providerId="ADAL" clId="{EB3AAB68-1C81-4FAA-9471-49551CB4A501}" dt="2026-06-25T15:00:24.822" v="194" actId="26606"/>
          <ac:spMkLst>
            <pc:docMk/>
            <pc:sldMk cId="621036551" sldId="271"/>
            <ac:spMk id="22" creationId="{00000000-0000-0000-0000-000000000000}"/>
          </ac:spMkLst>
        </pc:spChg>
        <pc:spChg chg="add mod">
          <ac:chgData name="De Giorgi, Giuseppe" userId="2bed3bf2-41f1-45b4-a919-c57b18870117" providerId="ADAL" clId="{EB3AAB68-1C81-4FAA-9471-49551CB4A501}" dt="2026-06-25T15:04:47.186" v="215" actId="1076"/>
          <ac:spMkLst>
            <pc:docMk/>
            <pc:sldMk cId="621036551" sldId="271"/>
            <ac:spMk id="23" creationId="{00000000-0000-0000-0000-000000000000}"/>
          </ac:spMkLst>
        </pc:spChg>
        <pc:spChg chg="add mod">
          <ac:chgData name="De Giorgi, Giuseppe" userId="2bed3bf2-41f1-45b4-a919-c57b18870117" providerId="ADAL" clId="{EB3AAB68-1C81-4FAA-9471-49551CB4A501}" dt="2026-06-25T15:04:51.411" v="216" actId="1076"/>
          <ac:spMkLst>
            <pc:docMk/>
            <pc:sldMk cId="621036551" sldId="271"/>
            <ac:spMk id="24" creationId="{00000000-0000-0000-0000-000000000000}"/>
          </ac:spMkLst>
        </pc:spChg>
        <pc:spChg chg="add mod">
          <ac:chgData name="De Giorgi, Giuseppe" userId="2bed3bf2-41f1-45b4-a919-c57b18870117" providerId="ADAL" clId="{EB3AAB68-1C81-4FAA-9471-49551CB4A501}" dt="2026-06-25T15:04:56.624" v="217" actId="1076"/>
          <ac:spMkLst>
            <pc:docMk/>
            <pc:sldMk cId="621036551" sldId="271"/>
            <ac:spMk id="25" creationId="{00000000-0000-0000-0000-000000000000}"/>
          </ac:spMkLst>
        </pc:spChg>
        <pc:spChg chg="add del">
          <ac:chgData name="De Giorgi, Giuseppe" userId="2bed3bf2-41f1-45b4-a919-c57b18870117" providerId="ADAL" clId="{EB3AAB68-1C81-4FAA-9471-49551CB4A501}" dt="2026-06-25T15:03:55.513" v="214" actId="26606"/>
          <ac:spMkLst>
            <pc:docMk/>
            <pc:sldMk cId="621036551" sldId="271"/>
            <ac:spMk id="26" creationId="{00000000-0000-0000-0000-000000000000}"/>
          </ac:spMkLst>
        </pc:spChg>
        <pc:picChg chg="add mod ord">
          <ac:chgData name="De Giorgi, Giuseppe" userId="2bed3bf2-41f1-45b4-a919-c57b18870117" providerId="ADAL" clId="{EB3AAB68-1C81-4FAA-9471-49551CB4A501}" dt="2026-06-25T15:05:06.708" v="222" actId="1076"/>
          <ac:picMkLst>
            <pc:docMk/>
            <pc:sldMk cId="621036551" sldId="271"/>
            <ac:picMk id="6" creationId="{5D2F2FCA-C8EA-6E31-FBA8-35473C099B3C}"/>
          </ac:picMkLst>
        </pc:picChg>
        <pc:picChg chg="add mod">
          <ac:chgData name="De Giorgi, Giuseppe" userId="2bed3bf2-41f1-45b4-a919-c57b18870117" providerId="ADAL" clId="{EB3AAB68-1C81-4FAA-9471-49551CB4A501}" dt="2026-06-25T15:05:16.302" v="226" actId="1076"/>
          <ac:picMkLst>
            <pc:docMk/>
            <pc:sldMk cId="621036551" sldId="271"/>
            <ac:picMk id="8" creationId="{BC20C73D-CD3E-9B12-C846-1D86772DEF1A}"/>
          </ac:picMkLst>
        </pc:picChg>
        <pc:picChg chg="add mod">
          <ac:chgData name="De Giorgi, Giuseppe" userId="2bed3bf2-41f1-45b4-a919-c57b18870117" providerId="ADAL" clId="{EB3AAB68-1C81-4FAA-9471-49551CB4A501}" dt="2026-06-25T15:05:27.549" v="230" actId="1076"/>
          <ac:picMkLst>
            <pc:docMk/>
            <pc:sldMk cId="621036551" sldId="271"/>
            <ac:picMk id="10" creationId="{EE3019C6-64DD-8CB8-2DBB-AE0FD5328FD6}"/>
          </ac:picMkLst>
        </pc:picChg>
      </pc:sldChg>
      <pc:sldChg chg="addSp delSp modSp new del mod">
        <pc:chgData name="De Giorgi, Giuseppe" userId="2bed3bf2-41f1-45b4-a919-c57b18870117" providerId="ADAL" clId="{EB3AAB68-1C81-4FAA-9471-49551CB4A501}" dt="2026-06-25T14:48:42.504" v="174" actId="47"/>
        <pc:sldMkLst>
          <pc:docMk/>
          <pc:sldMk cId="861106827" sldId="271"/>
        </pc:sldMkLst>
        <pc:spChg chg="del">
          <ac:chgData name="De Giorgi, Giuseppe" userId="2bed3bf2-41f1-45b4-a919-c57b18870117" providerId="ADAL" clId="{EB3AAB68-1C81-4FAA-9471-49551CB4A501}" dt="2026-06-25T14:48:09.108" v="166"/>
          <ac:spMkLst>
            <pc:docMk/>
            <pc:sldMk cId="861106827" sldId="271"/>
            <ac:spMk id="3" creationId="{88228E6C-8A83-BBA1-9248-B268954C852E}"/>
          </ac:spMkLst>
        </pc:spChg>
        <pc:picChg chg="add mod ord">
          <ac:chgData name="De Giorgi, Giuseppe" userId="2bed3bf2-41f1-45b4-a919-c57b18870117" providerId="ADAL" clId="{EB3AAB68-1C81-4FAA-9471-49551CB4A501}" dt="2026-06-25T14:48:27.983" v="172" actId="1076"/>
          <ac:picMkLst>
            <pc:docMk/>
            <pc:sldMk cId="861106827" sldId="271"/>
            <ac:picMk id="7" creationId="{A575FAE2-3FB1-41D6-7F86-D903A1678C81}"/>
          </ac:picMkLst>
        </pc:picChg>
        <pc:picChg chg="add mod">
          <ac:chgData name="De Giorgi, Giuseppe" userId="2bed3bf2-41f1-45b4-a919-c57b18870117" providerId="ADAL" clId="{EB3AAB68-1C81-4FAA-9471-49551CB4A501}" dt="2026-06-25T14:48:30.392" v="173" actId="1076"/>
          <ac:picMkLst>
            <pc:docMk/>
            <pc:sldMk cId="861106827" sldId="271"/>
            <ac:picMk id="9" creationId="{B0C8ED7F-8963-A424-B976-BA56FD6673CC}"/>
          </ac:picMkLst>
        </pc:picChg>
      </pc:sldChg>
      <pc:sldChg chg="addSp delSp modSp new mod">
        <pc:chgData name="De Giorgi, Giuseppe" userId="2bed3bf2-41f1-45b4-a919-c57b18870117" providerId="ADAL" clId="{EB3AAB68-1C81-4FAA-9471-49551CB4A501}" dt="2026-06-25T15:12:53.514" v="240" actId="26606"/>
        <pc:sldMkLst>
          <pc:docMk/>
          <pc:sldMk cId="2848846696" sldId="272"/>
        </pc:sldMkLst>
        <pc:spChg chg="mod">
          <ac:chgData name="De Giorgi, Giuseppe" userId="2bed3bf2-41f1-45b4-a919-c57b18870117" providerId="ADAL" clId="{EB3AAB68-1C81-4FAA-9471-49551CB4A501}" dt="2026-06-25T15:12:53.514" v="240" actId="26606"/>
          <ac:spMkLst>
            <pc:docMk/>
            <pc:sldMk cId="2848846696" sldId="272"/>
            <ac:spMk id="2" creationId="{6A2787D9-C3FB-70AC-72DC-0619168567BF}"/>
          </ac:spMkLst>
        </pc:spChg>
        <pc:spChg chg="del">
          <ac:chgData name="De Giorgi, Giuseppe" userId="2bed3bf2-41f1-45b4-a919-c57b18870117" providerId="ADAL" clId="{EB3AAB68-1C81-4FAA-9471-49551CB4A501}" dt="2026-06-25T15:07:24.092" v="232" actId="22"/>
          <ac:spMkLst>
            <pc:docMk/>
            <pc:sldMk cId="2848846696" sldId="272"/>
            <ac:spMk id="3" creationId="{5906BDF9-9CFD-233F-4770-1F25C570221F}"/>
          </ac:spMkLst>
        </pc:spChg>
        <pc:spChg chg="add">
          <ac:chgData name="De Giorgi, Giuseppe" userId="2bed3bf2-41f1-45b4-a919-c57b18870117" providerId="ADAL" clId="{EB3AAB68-1C81-4FAA-9471-49551CB4A501}" dt="2026-06-25T15:12:53.514" v="240" actId="26606"/>
          <ac:spMkLst>
            <pc:docMk/>
            <pc:sldMk cId="2848846696" sldId="272"/>
            <ac:spMk id="4" creationId="{00000000-0000-0000-0000-000000000000}"/>
          </ac:spMkLst>
        </pc:spChg>
        <pc:spChg chg="del">
          <ac:chgData name="De Giorgi, Giuseppe" userId="2bed3bf2-41f1-45b4-a919-c57b18870117" providerId="ADAL" clId="{EB3AAB68-1C81-4FAA-9471-49551CB4A501}" dt="2026-06-25T15:09:05.078" v="238" actId="478"/>
          <ac:spMkLst>
            <pc:docMk/>
            <pc:sldMk cId="2848846696" sldId="272"/>
            <ac:spMk id="4" creationId="{FAEC7A47-1371-4C94-F0D6-E45F9F3AA404}"/>
          </ac:spMkLst>
        </pc:spChg>
        <pc:spChg chg="add">
          <ac:chgData name="De Giorgi, Giuseppe" userId="2bed3bf2-41f1-45b4-a919-c57b18870117" providerId="ADAL" clId="{EB3AAB68-1C81-4FAA-9471-49551CB4A501}" dt="2026-06-25T15:12:53.514" v="240" actId="26606"/>
          <ac:spMkLst>
            <pc:docMk/>
            <pc:sldMk cId="2848846696" sldId="272"/>
            <ac:spMk id="20" creationId="{00000000-0000-0000-0000-000000000000}"/>
          </ac:spMkLst>
        </pc:spChg>
        <pc:spChg chg="add">
          <ac:chgData name="De Giorgi, Giuseppe" userId="2bed3bf2-41f1-45b4-a919-c57b18870117" providerId="ADAL" clId="{EB3AAB68-1C81-4FAA-9471-49551CB4A501}" dt="2026-06-25T15:12:53.514" v="240" actId="26606"/>
          <ac:spMkLst>
            <pc:docMk/>
            <pc:sldMk cId="2848846696" sldId="272"/>
            <ac:spMk id="21" creationId="{00000000-0000-0000-0000-000000000000}"/>
          </ac:spMkLst>
        </pc:spChg>
        <pc:picChg chg="add mod ord">
          <ac:chgData name="De Giorgi, Giuseppe" userId="2bed3bf2-41f1-45b4-a919-c57b18870117" providerId="ADAL" clId="{EB3AAB68-1C81-4FAA-9471-49551CB4A501}" dt="2026-06-25T15:12:53.514" v="240" actId="26606"/>
          <ac:picMkLst>
            <pc:docMk/>
            <pc:sldMk cId="2848846696" sldId="272"/>
            <ac:picMk id="6" creationId="{962311FF-169A-EE66-2AD3-187FEA3C4D12}"/>
          </ac:picMkLst>
        </pc:picChg>
        <pc:picChg chg="add mod">
          <ac:chgData name="De Giorgi, Giuseppe" userId="2bed3bf2-41f1-45b4-a919-c57b18870117" providerId="ADAL" clId="{EB3AAB68-1C81-4FAA-9471-49551CB4A501}" dt="2026-06-25T15:12:53.514" v="240" actId="26606"/>
          <ac:picMkLst>
            <pc:docMk/>
            <pc:sldMk cId="2848846696" sldId="272"/>
            <ac:picMk id="8" creationId="{936E138F-EE1E-1D50-F407-8CF7682E13DF}"/>
          </ac:picMkLst>
        </pc:picChg>
      </pc:sldChg>
      <pc:sldChg chg="addSp delSp modSp new mod">
        <pc:chgData name="De Giorgi, Giuseppe" userId="2bed3bf2-41f1-45b4-a919-c57b18870117" providerId="ADAL" clId="{EB3AAB68-1C81-4FAA-9471-49551CB4A501}" dt="2026-06-26T07:00:35.397" v="242" actId="26606"/>
        <pc:sldMkLst>
          <pc:docMk/>
          <pc:sldMk cId="3530519921" sldId="273"/>
        </pc:sldMkLst>
        <pc:spChg chg="mod">
          <ac:chgData name="De Giorgi, Giuseppe" userId="2bed3bf2-41f1-45b4-a919-c57b18870117" providerId="ADAL" clId="{EB3AAB68-1C81-4FAA-9471-49551CB4A501}" dt="2026-06-26T07:00:35.397" v="242" actId="26606"/>
          <ac:spMkLst>
            <pc:docMk/>
            <pc:sldMk cId="3530519921" sldId="273"/>
            <ac:spMk id="2" creationId="{1C12E69B-1A56-C523-6686-A1AC25F191D3}"/>
          </ac:spMkLst>
        </pc:spChg>
        <pc:spChg chg="del">
          <ac:chgData name="De Giorgi, Giuseppe" userId="2bed3bf2-41f1-45b4-a919-c57b18870117" providerId="ADAL" clId="{EB3AAB68-1C81-4FAA-9471-49551CB4A501}" dt="2026-06-26T07:00:35.397" v="242" actId="26606"/>
          <ac:spMkLst>
            <pc:docMk/>
            <pc:sldMk cId="3530519921" sldId="273"/>
            <ac:spMk id="3" creationId="{0E31993D-A676-891A-F9A1-4C4AFA299448}"/>
          </ac:spMkLst>
        </pc:spChg>
        <pc:spChg chg="add">
          <ac:chgData name="De Giorgi, Giuseppe" userId="2bed3bf2-41f1-45b4-a919-c57b18870117" providerId="ADAL" clId="{EB3AAB68-1C81-4FAA-9471-49551CB4A501}" dt="2026-06-26T07:00:35.397" v="242" actId="26606"/>
          <ac:spMkLst>
            <pc:docMk/>
            <pc:sldMk cId="3530519921" sldId="273"/>
            <ac:spMk id="100" creationId="{00000000-0000-0000-0000-000000000000}"/>
          </ac:spMkLst>
        </pc:spChg>
        <pc:spChg chg="add">
          <ac:chgData name="De Giorgi, Giuseppe" userId="2bed3bf2-41f1-45b4-a919-c57b18870117" providerId="ADAL" clId="{EB3AAB68-1C81-4FAA-9471-49551CB4A501}" dt="2026-06-26T07:00:35.397" v="242" actId="26606"/>
          <ac:spMkLst>
            <pc:docMk/>
            <pc:sldMk cId="3530519921" sldId="273"/>
            <ac:spMk id="101" creationId="{00000000-0000-0000-0000-000000000000}"/>
          </ac:spMkLst>
        </pc:spChg>
        <pc:spChg chg="add">
          <ac:chgData name="De Giorgi, Giuseppe" userId="2bed3bf2-41f1-45b4-a919-c57b18870117" providerId="ADAL" clId="{EB3AAB68-1C81-4FAA-9471-49551CB4A501}" dt="2026-06-26T07:00:35.397" v="242" actId="26606"/>
          <ac:spMkLst>
            <pc:docMk/>
            <pc:sldMk cId="3530519921" sldId="273"/>
            <ac:spMk id="102" creationId="{00000000-0000-0000-0000-000000000000}"/>
          </ac:spMkLst>
        </pc:spChg>
        <pc:spChg chg="add">
          <ac:chgData name="De Giorgi, Giuseppe" userId="2bed3bf2-41f1-45b4-a919-c57b18870117" providerId="ADAL" clId="{EB3AAB68-1C81-4FAA-9471-49551CB4A501}" dt="2026-06-26T07:00:35.397" v="242" actId="26606"/>
          <ac:spMkLst>
            <pc:docMk/>
            <pc:sldMk cId="3530519921" sldId="273"/>
            <ac:spMk id="104" creationId="{00000000-0000-0000-0000-000000000000}"/>
          </ac:spMkLst>
        </pc:spChg>
        <pc:spChg chg="add">
          <ac:chgData name="De Giorgi, Giuseppe" userId="2bed3bf2-41f1-45b4-a919-c57b18870117" providerId="ADAL" clId="{EB3AAB68-1C81-4FAA-9471-49551CB4A501}" dt="2026-06-26T07:00:35.397" v="242" actId="26606"/>
          <ac:spMkLst>
            <pc:docMk/>
            <pc:sldMk cId="3530519921" sldId="273"/>
            <ac:spMk id="105" creationId="{00000000-0000-0000-0000-000000000000}"/>
          </ac:spMkLst>
        </pc:spChg>
        <pc:spChg chg="add">
          <ac:chgData name="De Giorgi, Giuseppe" userId="2bed3bf2-41f1-45b4-a919-c57b18870117" providerId="ADAL" clId="{EB3AAB68-1C81-4FAA-9471-49551CB4A501}" dt="2026-06-26T07:00:35.397" v="242" actId="26606"/>
          <ac:spMkLst>
            <pc:docMk/>
            <pc:sldMk cId="3530519921" sldId="273"/>
            <ac:spMk id="106" creationId="{00000000-0000-0000-0000-000000000000}"/>
          </ac:spMkLst>
        </pc:spChg>
        <pc:spChg chg="add">
          <ac:chgData name="De Giorgi, Giuseppe" userId="2bed3bf2-41f1-45b4-a919-c57b18870117" providerId="ADAL" clId="{EB3AAB68-1C81-4FAA-9471-49551CB4A501}" dt="2026-06-26T07:00:35.397" v="242" actId="26606"/>
          <ac:spMkLst>
            <pc:docMk/>
            <pc:sldMk cId="3530519921" sldId="273"/>
            <ac:spMk id="107" creationId="{00000000-0000-0000-0000-000000000000}"/>
          </ac:spMkLst>
        </pc:spChg>
        <pc:cxnChg chg="add">
          <ac:chgData name="De Giorgi, Giuseppe" userId="2bed3bf2-41f1-45b4-a919-c57b18870117" providerId="ADAL" clId="{EB3AAB68-1C81-4FAA-9471-49551CB4A501}" dt="2026-06-26T07:00:35.397" v="242" actId="26606"/>
          <ac:cxnSpMkLst>
            <pc:docMk/>
            <pc:sldMk cId="3530519921" sldId="273"/>
            <ac:cxnSpMk id="103" creationId="{00000000-0000-0000-0000-000000000000}"/>
          </ac:cxnSpMkLst>
        </pc:cxnChg>
      </pc:sldChg>
      <pc:sldChg chg="addSp delSp modSp new mod">
        <pc:chgData name="De Giorgi, Giuseppe" userId="2bed3bf2-41f1-45b4-a919-c57b18870117" providerId="ADAL" clId="{EB3AAB68-1C81-4FAA-9471-49551CB4A501}" dt="2026-06-26T07:18:21.724" v="256" actId="1076"/>
        <pc:sldMkLst>
          <pc:docMk/>
          <pc:sldMk cId="2156867253" sldId="274"/>
        </pc:sldMkLst>
        <pc:spChg chg="mod">
          <ac:chgData name="De Giorgi, Giuseppe" userId="2bed3bf2-41f1-45b4-a919-c57b18870117" providerId="ADAL" clId="{EB3AAB68-1C81-4FAA-9471-49551CB4A501}" dt="2026-06-26T07:13:19.785" v="250" actId="27636"/>
          <ac:spMkLst>
            <pc:docMk/>
            <pc:sldMk cId="2156867253" sldId="274"/>
            <ac:spMk id="2" creationId="{2E37A1CF-A17B-58FB-7AB0-8FBB5CDD6B8C}"/>
          </ac:spMkLst>
        </pc:spChg>
        <pc:spChg chg="del">
          <ac:chgData name="De Giorgi, Giuseppe" userId="2bed3bf2-41f1-45b4-a919-c57b18870117" providerId="ADAL" clId="{EB3AAB68-1C81-4FAA-9471-49551CB4A501}" dt="2026-06-26T07:04:35.456" v="245"/>
          <ac:spMkLst>
            <pc:docMk/>
            <pc:sldMk cId="2156867253" sldId="274"/>
            <ac:spMk id="3" creationId="{6B28F8D7-14F2-D94B-C6BD-23CE0D31F62B}"/>
          </ac:spMkLst>
        </pc:spChg>
        <pc:spChg chg="mod">
          <ac:chgData name="De Giorgi, Giuseppe" userId="2bed3bf2-41f1-45b4-a919-c57b18870117" providerId="ADAL" clId="{EB3AAB68-1C81-4FAA-9471-49551CB4A501}" dt="2026-06-26T07:13:19.769" v="249" actId="26606"/>
          <ac:spMkLst>
            <pc:docMk/>
            <pc:sldMk cId="2156867253" sldId="274"/>
            <ac:spMk id="4" creationId="{24D79C5F-9F4A-F9AC-2109-5ED5186547D9}"/>
          </ac:spMkLst>
        </pc:spChg>
        <pc:spChg chg="add del">
          <ac:chgData name="De Giorgi, Giuseppe" userId="2bed3bf2-41f1-45b4-a919-c57b18870117" providerId="ADAL" clId="{EB3AAB68-1C81-4FAA-9471-49551CB4A501}" dt="2026-06-26T07:18:08.026" v="251" actId="478"/>
          <ac:spMkLst>
            <pc:docMk/>
            <pc:sldMk cId="2156867253" sldId="274"/>
            <ac:spMk id="30" creationId="{00000000-0000-0000-0000-000000000000}"/>
          </ac:spMkLst>
        </pc:spChg>
        <pc:spChg chg="add del">
          <ac:chgData name="De Giorgi, Giuseppe" userId="2bed3bf2-41f1-45b4-a919-c57b18870117" providerId="ADAL" clId="{EB3AAB68-1C81-4FAA-9471-49551CB4A501}" dt="2026-06-26T07:18:08.026" v="251" actId="478"/>
          <ac:spMkLst>
            <pc:docMk/>
            <pc:sldMk cId="2156867253" sldId="274"/>
            <ac:spMk id="32" creationId="{00000000-0000-0000-0000-000000000000}"/>
          </ac:spMkLst>
        </pc:spChg>
        <pc:spChg chg="add del">
          <ac:chgData name="De Giorgi, Giuseppe" userId="2bed3bf2-41f1-45b4-a919-c57b18870117" providerId="ADAL" clId="{EB3AAB68-1C81-4FAA-9471-49551CB4A501}" dt="2026-06-26T07:18:08.026" v="251" actId="478"/>
          <ac:spMkLst>
            <pc:docMk/>
            <pc:sldMk cId="2156867253" sldId="274"/>
            <ac:spMk id="44" creationId="{00000000-0000-0000-0000-000000000000}"/>
          </ac:spMkLst>
        </pc:spChg>
        <pc:spChg chg="add del">
          <ac:chgData name="De Giorgi, Giuseppe" userId="2bed3bf2-41f1-45b4-a919-c57b18870117" providerId="ADAL" clId="{EB3AAB68-1C81-4FAA-9471-49551CB4A501}" dt="2026-06-26T07:18:08.026" v="251" actId="478"/>
          <ac:spMkLst>
            <pc:docMk/>
            <pc:sldMk cId="2156867253" sldId="274"/>
            <ac:spMk id="46" creationId="{00000000-0000-0000-0000-000000000000}"/>
          </ac:spMkLst>
        </pc:spChg>
        <pc:picChg chg="add del mod ord">
          <ac:chgData name="De Giorgi, Giuseppe" userId="2bed3bf2-41f1-45b4-a919-c57b18870117" providerId="ADAL" clId="{EB3AAB68-1C81-4FAA-9471-49551CB4A501}" dt="2026-06-26T07:13:19.769" v="249" actId="26606"/>
          <ac:picMkLst>
            <pc:docMk/>
            <pc:sldMk cId="2156867253" sldId="274"/>
            <ac:picMk id="7" creationId="{AA5E917A-9F09-B978-5464-3252E732C493}"/>
          </ac:picMkLst>
        </pc:picChg>
        <pc:picChg chg="add mod">
          <ac:chgData name="De Giorgi, Giuseppe" userId="2bed3bf2-41f1-45b4-a919-c57b18870117" providerId="ADAL" clId="{EB3AAB68-1C81-4FAA-9471-49551CB4A501}" dt="2026-06-26T07:18:21.724" v="256" actId="1076"/>
          <ac:picMkLst>
            <pc:docMk/>
            <pc:sldMk cId="2156867253" sldId="274"/>
            <ac:picMk id="9" creationId="{59B11E0D-4C8A-7D3E-9B7C-E4E3F7BC3B9B}"/>
          </ac:picMkLst>
        </pc:picChg>
        <pc:cxnChg chg="add del">
          <ac:chgData name="De Giorgi, Giuseppe" userId="2bed3bf2-41f1-45b4-a919-c57b18870117" providerId="ADAL" clId="{EB3AAB68-1C81-4FAA-9471-49551CB4A501}" dt="2026-06-26T07:18:08.026" v="251" actId="478"/>
          <ac:cxnSpMkLst>
            <pc:docMk/>
            <pc:sldMk cId="2156867253" sldId="274"/>
            <ac:cxnSpMk id="31" creationId="{00000000-0000-0000-0000-000000000000}"/>
          </ac:cxnSpMkLst>
        </pc:cxnChg>
        <pc:cxnChg chg="del">
          <ac:chgData name="De Giorgi, Giuseppe" userId="2bed3bf2-41f1-45b4-a919-c57b18870117" providerId="ADAL" clId="{EB3AAB68-1C81-4FAA-9471-49551CB4A501}" dt="2026-06-26T07:18:08.026" v="251" actId="478"/>
          <ac:cxnSpMkLst>
            <pc:docMk/>
            <pc:sldMk cId="2156867253" sldId="274"/>
            <ac:cxnSpMk id="40" creationId="{00000000-0000-0000-0000-000000000000}"/>
          </ac:cxnSpMkLst>
        </pc:cxnChg>
        <pc:cxnChg chg="add del">
          <ac:chgData name="De Giorgi, Giuseppe" userId="2bed3bf2-41f1-45b4-a919-c57b18870117" providerId="ADAL" clId="{EB3AAB68-1C81-4FAA-9471-49551CB4A501}" dt="2026-06-26T07:18:08.026" v="251" actId="478"/>
          <ac:cxnSpMkLst>
            <pc:docMk/>
            <pc:sldMk cId="2156867253" sldId="274"/>
            <ac:cxnSpMk id="41" creationId="{00000000-0000-0000-0000-000000000000}"/>
          </ac:cxnSpMkLst>
        </pc:cxnChg>
        <pc:cxnChg chg="add del">
          <ac:chgData name="De Giorgi, Giuseppe" userId="2bed3bf2-41f1-45b4-a919-c57b18870117" providerId="ADAL" clId="{EB3AAB68-1C81-4FAA-9471-49551CB4A501}" dt="2026-06-26T07:18:08.026" v="251" actId="478"/>
          <ac:cxnSpMkLst>
            <pc:docMk/>
            <pc:sldMk cId="2156867253" sldId="274"/>
            <ac:cxnSpMk id="42" creationId="{00000000-0000-0000-0000-000000000000}"/>
          </ac:cxnSpMkLst>
        </pc:cxnChg>
        <pc:cxnChg chg="del">
          <ac:chgData name="De Giorgi, Giuseppe" userId="2bed3bf2-41f1-45b4-a919-c57b18870117" providerId="ADAL" clId="{EB3AAB68-1C81-4FAA-9471-49551CB4A501}" dt="2026-06-26T07:18:08.026" v="251" actId="478"/>
          <ac:cxnSpMkLst>
            <pc:docMk/>
            <pc:sldMk cId="2156867253" sldId="274"/>
            <ac:cxnSpMk id="43" creationId="{00000000-0000-0000-0000-000000000000}"/>
          </ac:cxnSpMkLst>
        </pc:cxnChg>
      </pc:sldChg>
      <pc:sldChg chg="addSp modSp new mod ord modClrScheme chgLayout">
        <pc:chgData name="De Giorgi, Giuseppe" userId="2bed3bf2-41f1-45b4-a919-c57b18870117" providerId="ADAL" clId="{EB3AAB68-1C81-4FAA-9471-49551CB4A501}" dt="2026-06-26T07:40:30.914" v="280" actId="26606"/>
        <pc:sldMkLst>
          <pc:docMk/>
          <pc:sldMk cId="654581296" sldId="275"/>
        </pc:sldMkLst>
        <pc:spChg chg="mod">
          <ac:chgData name="De Giorgi, Giuseppe" userId="2bed3bf2-41f1-45b4-a919-c57b18870117" providerId="ADAL" clId="{EB3AAB68-1C81-4FAA-9471-49551CB4A501}" dt="2026-06-26T07:18:42.705" v="260" actId="26606"/>
          <ac:spMkLst>
            <pc:docMk/>
            <pc:sldMk cId="654581296" sldId="275"/>
            <ac:spMk id="2" creationId="{B508F369-5CA8-DE82-EBD9-F05758826B9D}"/>
          </ac:spMkLst>
        </pc:spChg>
        <pc:spChg chg="add mod">
          <ac:chgData name="De Giorgi, Giuseppe" userId="2bed3bf2-41f1-45b4-a919-c57b18870117" providerId="ADAL" clId="{EB3AAB68-1C81-4FAA-9471-49551CB4A501}" dt="2026-06-26T07:40:30.914" v="280" actId="26606"/>
          <ac:spMkLst>
            <pc:docMk/>
            <pc:sldMk cId="654581296" sldId="275"/>
            <ac:spMk id="7" creationId="{32F6683E-7C9B-7CBE-85BA-7127B71F842C}"/>
          </ac:spMkLst>
        </pc:spChg>
        <pc:spChg chg="add">
          <ac:chgData name="De Giorgi, Giuseppe" userId="2bed3bf2-41f1-45b4-a919-c57b18870117" providerId="ADAL" clId="{EB3AAB68-1C81-4FAA-9471-49551CB4A501}" dt="2026-06-26T07:40:30.914" v="280" actId="26606"/>
          <ac:spMkLst>
            <pc:docMk/>
            <pc:sldMk cId="654581296" sldId="275"/>
            <ac:spMk id="20" creationId="{00000000-0000-0000-0000-000000000000}"/>
          </ac:spMkLst>
        </pc:spChg>
        <pc:spChg chg="add">
          <ac:chgData name="De Giorgi, Giuseppe" userId="2bed3bf2-41f1-45b4-a919-c57b18870117" providerId="ADAL" clId="{EB3AAB68-1C81-4FAA-9471-49551CB4A501}" dt="2026-06-26T07:40:30.914" v="280" actId="26606"/>
          <ac:spMkLst>
            <pc:docMk/>
            <pc:sldMk cId="654581296" sldId="275"/>
            <ac:spMk id="21" creationId="{00000000-0000-0000-0000-000000000000}"/>
          </ac:spMkLst>
        </pc:spChg>
        <pc:spChg chg="add">
          <ac:chgData name="De Giorgi, Giuseppe" userId="2bed3bf2-41f1-45b4-a919-c57b18870117" providerId="ADAL" clId="{EB3AAB68-1C81-4FAA-9471-49551CB4A501}" dt="2026-06-26T07:40:30.914" v="280" actId="26606"/>
          <ac:spMkLst>
            <pc:docMk/>
            <pc:sldMk cId="654581296" sldId="275"/>
            <ac:spMk id="22" creationId="{00000000-0000-0000-0000-000000000000}"/>
          </ac:spMkLst>
        </pc:spChg>
        <pc:picChg chg="add mod">
          <ac:chgData name="De Giorgi, Giuseppe" userId="2bed3bf2-41f1-45b4-a919-c57b18870117" providerId="ADAL" clId="{EB3AAB68-1C81-4FAA-9471-49551CB4A501}" dt="2026-06-26T07:32:59.786" v="265" actId="14100"/>
          <ac:picMkLst>
            <pc:docMk/>
            <pc:sldMk cId="654581296" sldId="275"/>
            <ac:picMk id="4" creationId="{65990786-70FD-C2A6-A55D-ED72CEE54AE0}"/>
          </ac:picMkLst>
        </pc:picChg>
        <pc:picChg chg="add mod">
          <ac:chgData name="De Giorgi, Giuseppe" userId="2bed3bf2-41f1-45b4-a919-c57b18870117" providerId="ADAL" clId="{EB3AAB68-1C81-4FAA-9471-49551CB4A501}" dt="2026-06-26T07:34:29.892" v="275" actId="1076"/>
          <ac:picMkLst>
            <pc:docMk/>
            <pc:sldMk cId="654581296" sldId="275"/>
            <ac:picMk id="6" creationId="{33A5D1F6-F064-1A05-E7FC-FBB223C9D796}"/>
          </ac:picMkLst>
        </pc:picChg>
        <pc:picChg chg="add mod">
          <ac:chgData name="De Giorgi, Giuseppe" userId="2bed3bf2-41f1-45b4-a919-c57b18870117" providerId="ADAL" clId="{EB3AAB68-1C81-4FAA-9471-49551CB4A501}" dt="2026-06-26T07:34:39.026" v="279" actId="14100"/>
          <ac:picMkLst>
            <pc:docMk/>
            <pc:sldMk cId="654581296" sldId="275"/>
            <ac:picMk id="9" creationId="{C9444493-F95F-9F0F-EE9C-B5F2D7A121A2}"/>
          </ac:picMkLst>
        </pc:picChg>
      </pc:sldChg>
      <pc:sldChg chg="new del">
        <pc:chgData name="De Giorgi, Giuseppe" userId="2bed3bf2-41f1-45b4-a919-c57b18870117" providerId="ADAL" clId="{EB3AAB68-1C81-4FAA-9471-49551CB4A501}" dt="2026-06-26T07:18:31.834" v="258" actId="47"/>
        <pc:sldMkLst>
          <pc:docMk/>
          <pc:sldMk cId="1453373821" sldId="275"/>
        </pc:sldMkLst>
      </pc:sldChg>
      <pc:sldChg chg="addSp delSp modSp new mod">
        <pc:chgData name="De Giorgi, Giuseppe" userId="2bed3bf2-41f1-45b4-a919-c57b18870117" providerId="ADAL" clId="{EB3AAB68-1C81-4FAA-9471-49551CB4A501}" dt="2026-06-26T07:51:50.887" v="299" actId="26606"/>
        <pc:sldMkLst>
          <pc:docMk/>
          <pc:sldMk cId="375833456" sldId="276"/>
        </pc:sldMkLst>
        <pc:spChg chg="mod">
          <ac:chgData name="De Giorgi, Giuseppe" userId="2bed3bf2-41f1-45b4-a919-c57b18870117" providerId="ADAL" clId="{EB3AAB68-1C81-4FAA-9471-49551CB4A501}" dt="2026-06-26T07:51:50.887" v="299" actId="26606"/>
          <ac:spMkLst>
            <pc:docMk/>
            <pc:sldMk cId="375833456" sldId="276"/>
            <ac:spMk id="2" creationId="{7AD12517-0065-E47C-536C-5FF50BC2417F}"/>
          </ac:spMkLst>
        </pc:spChg>
        <pc:spChg chg="del">
          <ac:chgData name="De Giorgi, Giuseppe" userId="2bed3bf2-41f1-45b4-a919-c57b18870117" providerId="ADAL" clId="{EB3AAB68-1C81-4FAA-9471-49551CB4A501}" dt="2026-06-26T07:42:04.416" v="282" actId="22"/>
          <ac:spMkLst>
            <pc:docMk/>
            <pc:sldMk cId="375833456" sldId="276"/>
            <ac:spMk id="3" creationId="{803ECFCB-36FE-7707-1832-87F340FA653F}"/>
          </ac:spMkLst>
        </pc:spChg>
        <pc:spChg chg="add">
          <ac:chgData name="De Giorgi, Giuseppe" userId="2bed3bf2-41f1-45b4-a919-c57b18870117" providerId="ADAL" clId="{EB3AAB68-1C81-4FAA-9471-49551CB4A501}" dt="2026-06-26T07:51:50.887" v="299" actId="26606"/>
          <ac:spMkLst>
            <pc:docMk/>
            <pc:sldMk cId="375833456" sldId="276"/>
            <ac:spMk id="20" creationId="{00000000-0000-0000-0000-000000000000}"/>
          </ac:spMkLst>
        </pc:spChg>
        <pc:picChg chg="add mod ord">
          <ac:chgData name="De Giorgi, Giuseppe" userId="2bed3bf2-41f1-45b4-a919-c57b18870117" providerId="ADAL" clId="{EB3AAB68-1C81-4FAA-9471-49551CB4A501}" dt="2026-06-26T07:51:50.887" v="299" actId="26606"/>
          <ac:picMkLst>
            <pc:docMk/>
            <pc:sldMk cId="375833456" sldId="276"/>
            <ac:picMk id="6" creationId="{ED68E52E-963B-FE8C-A037-BB0CED347888}"/>
          </ac:picMkLst>
        </pc:picChg>
        <pc:picChg chg="add mod">
          <ac:chgData name="De Giorgi, Giuseppe" userId="2bed3bf2-41f1-45b4-a919-c57b18870117" providerId="ADAL" clId="{EB3AAB68-1C81-4FAA-9471-49551CB4A501}" dt="2026-06-26T07:51:50.887" v="299" actId="26606"/>
          <ac:picMkLst>
            <pc:docMk/>
            <pc:sldMk cId="375833456" sldId="276"/>
            <ac:picMk id="8" creationId="{8B71B4B6-B90A-9FBC-8E5C-425277594EC2}"/>
          </ac:picMkLst>
        </pc:picChg>
      </pc:sldChg>
      <pc:sldChg chg="addSp delSp modSp new mod">
        <pc:chgData name="De Giorgi, Giuseppe" userId="2bed3bf2-41f1-45b4-a919-c57b18870117" providerId="ADAL" clId="{EB3AAB68-1C81-4FAA-9471-49551CB4A501}" dt="2026-06-26T08:10:25.758" v="329" actId="26606"/>
        <pc:sldMkLst>
          <pc:docMk/>
          <pc:sldMk cId="3046170350" sldId="277"/>
        </pc:sldMkLst>
        <pc:spChg chg="mod">
          <ac:chgData name="De Giorgi, Giuseppe" userId="2bed3bf2-41f1-45b4-a919-c57b18870117" providerId="ADAL" clId="{EB3AAB68-1C81-4FAA-9471-49551CB4A501}" dt="2026-06-26T08:10:25.758" v="329" actId="26606"/>
          <ac:spMkLst>
            <pc:docMk/>
            <pc:sldMk cId="3046170350" sldId="277"/>
            <ac:spMk id="2" creationId="{77584E2D-88D1-BE75-9C93-FA0E20AB6671}"/>
          </ac:spMkLst>
        </pc:spChg>
        <pc:spChg chg="del">
          <ac:chgData name="De Giorgi, Giuseppe" userId="2bed3bf2-41f1-45b4-a919-c57b18870117" providerId="ADAL" clId="{EB3AAB68-1C81-4FAA-9471-49551CB4A501}" dt="2026-06-26T08:00:21.197" v="324" actId="22"/>
          <ac:spMkLst>
            <pc:docMk/>
            <pc:sldMk cId="3046170350" sldId="277"/>
            <ac:spMk id="3" creationId="{31A2B82F-415C-839D-0873-2907F706EDCF}"/>
          </ac:spMkLst>
        </pc:spChg>
        <pc:spChg chg="add">
          <ac:chgData name="De Giorgi, Giuseppe" userId="2bed3bf2-41f1-45b4-a919-c57b18870117" providerId="ADAL" clId="{EB3AAB68-1C81-4FAA-9471-49551CB4A501}" dt="2026-06-26T08:10:25.758" v="329" actId="26606"/>
          <ac:spMkLst>
            <pc:docMk/>
            <pc:sldMk cId="3046170350" sldId="277"/>
            <ac:spMk id="20" creationId="{00000000-0000-0000-0000-000000000000}"/>
          </ac:spMkLst>
        </pc:spChg>
        <pc:picChg chg="add mod">
          <ac:chgData name="De Giorgi, Giuseppe" userId="2bed3bf2-41f1-45b4-a919-c57b18870117" providerId="ADAL" clId="{EB3AAB68-1C81-4FAA-9471-49551CB4A501}" dt="2026-06-26T08:00:30.247" v="328" actId="1076"/>
          <ac:picMkLst>
            <pc:docMk/>
            <pc:sldMk cId="3046170350" sldId="277"/>
            <ac:picMk id="6" creationId="{16D2B8CB-752B-3D66-6733-0FF95DB4DA07}"/>
          </ac:picMkLst>
        </pc:picChg>
        <pc:picChg chg="add del mod">
          <ac:chgData name="De Giorgi, Giuseppe" userId="2bed3bf2-41f1-45b4-a919-c57b18870117" providerId="ADAL" clId="{EB3AAB68-1C81-4FAA-9471-49551CB4A501}" dt="2026-06-26T07:58:30.587" v="317" actId="21"/>
          <ac:picMkLst>
            <pc:docMk/>
            <pc:sldMk cId="3046170350" sldId="277"/>
            <ac:picMk id="8" creationId="{7E1C4A97-92E1-64EE-FCA8-E8DCC571519E}"/>
          </ac:picMkLst>
        </pc:picChg>
        <pc:picChg chg="add del">
          <ac:chgData name="De Giorgi, Giuseppe" userId="2bed3bf2-41f1-45b4-a919-c57b18870117" providerId="ADAL" clId="{EB3AAB68-1C81-4FAA-9471-49551CB4A501}" dt="2026-06-26T07:58:09.743" v="310" actId="21"/>
          <ac:picMkLst>
            <pc:docMk/>
            <pc:sldMk cId="3046170350" sldId="277"/>
            <ac:picMk id="10" creationId="{FD689CA0-C398-6CCE-8B19-717651762AE9}"/>
          </ac:picMkLst>
        </pc:picChg>
        <pc:picChg chg="add mod ord">
          <ac:chgData name="De Giorgi, Giuseppe" userId="2bed3bf2-41f1-45b4-a919-c57b18870117" providerId="ADAL" clId="{EB3AAB68-1C81-4FAA-9471-49551CB4A501}" dt="2026-06-26T08:00:27.975" v="327" actId="1076"/>
          <ac:picMkLst>
            <pc:docMk/>
            <pc:sldMk cId="3046170350" sldId="277"/>
            <ac:picMk id="12" creationId="{3B197B76-124F-B996-4F98-3B496F8E8620}"/>
          </ac:picMkLst>
        </pc:picChg>
      </pc:sldChg>
      <pc:sldChg chg="addSp delSp modSp new mod">
        <pc:chgData name="De Giorgi, Giuseppe" userId="2bed3bf2-41f1-45b4-a919-c57b18870117" providerId="ADAL" clId="{EB3AAB68-1C81-4FAA-9471-49551CB4A501}" dt="2026-06-26T08:10:25.758" v="329" actId="26606"/>
        <pc:sldMkLst>
          <pc:docMk/>
          <pc:sldMk cId="368029946" sldId="278"/>
        </pc:sldMkLst>
        <pc:spChg chg="mod">
          <ac:chgData name="De Giorgi, Giuseppe" userId="2bed3bf2-41f1-45b4-a919-c57b18870117" providerId="ADAL" clId="{EB3AAB68-1C81-4FAA-9471-49551CB4A501}" dt="2026-06-26T08:10:25.758" v="329" actId="26606"/>
          <ac:spMkLst>
            <pc:docMk/>
            <pc:sldMk cId="368029946" sldId="278"/>
            <ac:spMk id="2" creationId="{07EFE95B-E51C-8DFA-8667-48234D66569D}"/>
          </ac:spMkLst>
        </pc:spChg>
        <pc:spChg chg="del">
          <ac:chgData name="De Giorgi, Giuseppe" userId="2bed3bf2-41f1-45b4-a919-c57b18870117" providerId="ADAL" clId="{EB3AAB68-1C81-4FAA-9471-49551CB4A501}" dt="2026-06-26T07:58:32.309" v="318"/>
          <ac:spMkLst>
            <pc:docMk/>
            <pc:sldMk cId="368029946" sldId="278"/>
            <ac:spMk id="3" creationId="{7CF1CB2F-B2B9-B43F-FBEC-77FB75E40C3A}"/>
          </ac:spMkLst>
        </pc:spChg>
        <pc:spChg chg="add">
          <ac:chgData name="De Giorgi, Giuseppe" userId="2bed3bf2-41f1-45b4-a919-c57b18870117" providerId="ADAL" clId="{EB3AAB68-1C81-4FAA-9471-49551CB4A501}" dt="2026-06-26T08:10:25.758" v="329" actId="26606"/>
          <ac:spMkLst>
            <pc:docMk/>
            <pc:sldMk cId="368029946" sldId="278"/>
            <ac:spMk id="20" creationId="{00000000-0000-0000-0000-000000000000}"/>
          </ac:spMkLst>
        </pc:spChg>
        <pc:picChg chg="add mod">
          <ac:chgData name="De Giorgi, Giuseppe" userId="2bed3bf2-41f1-45b4-a919-c57b18870117" providerId="ADAL" clId="{EB3AAB68-1C81-4FAA-9471-49551CB4A501}" dt="2026-06-26T07:58:47.288" v="323" actId="1076"/>
          <ac:picMkLst>
            <pc:docMk/>
            <pc:sldMk cId="368029946" sldId="278"/>
            <ac:picMk id="8" creationId="{7E1C4A97-92E1-64EE-FCA8-E8DCC571519E}"/>
          </ac:picMkLst>
        </pc:picChg>
        <pc:picChg chg="add mod">
          <ac:chgData name="De Giorgi, Giuseppe" userId="2bed3bf2-41f1-45b4-a919-c57b18870117" providerId="ADAL" clId="{EB3AAB68-1C81-4FAA-9471-49551CB4A501}" dt="2026-06-26T07:58:44.614" v="322" actId="1076"/>
          <ac:picMkLst>
            <pc:docMk/>
            <pc:sldMk cId="368029946" sldId="278"/>
            <ac:picMk id="10" creationId="{FD689CA0-C398-6CCE-8B19-717651762AE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7626282-83BE-4B14-AA1D-E9A716F8FEB8}" type="datetime1">
              <a:rPr lang="it-IT" smtClean="0"/>
              <a:t>26/06/2026</a:t>
            </a:fld>
            <a:endParaRPr lang="en-US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23FCBA3-AE69-44D9-84A9-153F3F9E2987}" type="datetime1">
              <a:rPr lang="it-IT" smtClean="0"/>
              <a:t>26/06/2026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"/>
              <a:t>Fare clic per modificare gli stili del testo dello schema</a:t>
            </a:r>
            <a:endParaRPr lang="en-US"/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76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F2AEA12-A884-495F-8D96-E2791E451670}" type="datetime1">
              <a:rPr lang="it-IT" smtClean="0"/>
              <a:t>26/06/2026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it" dirty="0"/>
              <a:t>Fare clic per modificare lo stile del titolo dello schema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25069C4-336E-40F0-85A2-25D6F0A25D32}" type="datetime1">
              <a:rPr lang="it-IT" smtClean="0"/>
              <a:t>26/06/2026</a:t>
            </a:fld>
            <a:endParaRPr lang="en-US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76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0F1B965-D21F-4083-9FDC-4C0868AFCE6A}" type="datetime1">
              <a:rPr lang="it-IT" smtClean="0"/>
              <a:t>26/06/2026</a:t>
            </a:fld>
            <a:endParaRPr lang="en-US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it" dirty="0"/>
              <a:t>Fare clic per modificare lo stile del titolo dello schema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2F263AC-6BFA-4530-A45D-98F6CD76B995}" type="datetime1">
              <a:rPr lang="it-IT" smtClean="0"/>
              <a:t>26/06/2026</a:t>
            </a:fld>
            <a:endParaRPr lang="en-US" dirty="0"/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it" dirty="0"/>
              <a:t>Fare clic per modificare lo stile del titolo</a:t>
            </a:r>
            <a:endParaRPr lang="en-US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85EEB9B-9A76-4838-83B5-EFB83BC3FC95}" type="datetime1">
              <a:rPr lang="it-IT" smtClean="0"/>
              <a:t>26/06/2026</a:t>
            </a:fld>
            <a:endParaRPr lang="en-US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it" dirty="0"/>
              <a:t>Fare clic per modificare lo stile del titolo</a:t>
            </a:r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7788151-CB43-4FD7-A3FA-96D82E7273D6}" type="datetime1">
              <a:rPr lang="it-IT" smtClean="0"/>
              <a:t>26/06/2026</a:t>
            </a:fld>
            <a:endParaRPr lang="en-US" dirty="0"/>
          </a:p>
        </p:txBody>
      </p:sp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984158B-E18A-4760-AF0B-F8E1F54F95E6}" type="datetime1">
              <a:rPr lang="it-IT" smtClean="0"/>
              <a:t>26/06/2026</a:t>
            </a:fld>
            <a:endParaRPr lang="en-US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it" dirty="0"/>
              <a:t>Fare clic per modificare gli stili del 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4F4D0FD0-762A-4E00-B40D-E1022DE9149C}" type="datetime1">
              <a:rPr lang="it-IT" smtClean="0"/>
              <a:t>26/06/2026</a:t>
            </a:fld>
            <a:endParaRPr lang="en-US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 rt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egnaposto immagine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14666673-06EC-44D2-AEC3-E4C57BDDC5B7}" type="datetime1">
              <a:rPr lang="it-IT" smtClean="0"/>
              <a:t>26/06/2026</a:t>
            </a:fld>
            <a:endParaRPr lang="en-US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it" dirty="0"/>
              <a:t>Fare clic per modificare lo stile del titolo dello schema</a:t>
            </a:r>
            <a:endParaRPr lang="en-US" dirty="0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B574AD5-D417-4FAA-8969-2C3D2D990862}" type="datetime1">
              <a:rPr lang="it-IT" smtClean="0"/>
              <a:t>26/06/2026</a:t>
            </a:fld>
            <a:endParaRPr lang="en-US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234F22-96F1-43C5-9A84-5011A5FFAE38}" type="datetime1">
              <a:rPr lang="it-IT" smtClean="0"/>
              <a:t>26/06/2026</a:t>
            </a:fld>
            <a:endParaRPr lang="en-US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it" dirty="0"/>
              <a:t>Fare clic per modificare lo stile del titolo dello schema</a:t>
            </a:r>
            <a:endParaRPr lang="en-US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it"/>
              <a:t>Fare clic per modificare gli stili del testo dello schema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F117DD88-DA0B-42BB-B7E2-325641850C3A}" type="datetime1">
              <a:rPr lang="it-IT" smtClean="0"/>
              <a:t>26/06/2026</a:t>
            </a:fld>
            <a:endParaRPr lang="en-US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ttangolo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 rtlCol="0">
            <a:normAutofit/>
          </a:bodyPr>
          <a:lstStyle/>
          <a:p>
            <a:r>
              <a:rPr lang="it-IT" sz="4000" dirty="0"/>
              <a:t>Progetto Database </a:t>
            </a:r>
            <a:r>
              <a:rPr lang="it-IT" sz="4000" dirty="0" err="1"/>
              <a:t>Multimodello</a:t>
            </a:r>
            <a:br>
              <a:rPr lang="it" sz="4000" dirty="0"/>
            </a:br>
            <a:r>
              <a:rPr lang="it" sz="2800" dirty="0"/>
              <a:t>Database Relazionale – Elasticsearch – Database a Grafo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850000"/>
          </a:xfrm>
        </p:spPr>
        <p:txBody>
          <a:bodyPr rtlCol="0">
            <a:normAutofit/>
          </a:bodyPr>
          <a:lstStyle/>
          <a:p>
            <a:pPr rtl="0"/>
            <a:r>
              <a:rPr lang="it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Esame di Analisi dei Dati e Big Data</a:t>
            </a:r>
          </a:p>
          <a:p>
            <a:pPr rtl="0"/>
            <a:r>
              <a:rPr lang="it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Università del Salento — Data Science per le Scienze Umane e Sociali</a:t>
            </a:r>
          </a:p>
          <a:p>
            <a:pPr rtl="0"/>
            <a:endParaRPr lang="it" sz="800" dirty="0"/>
          </a:p>
          <a:p>
            <a:pPr rtl="0"/>
            <a:r>
              <a:rPr lang="it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Giuseppe De Giorgi</a:t>
            </a:r>
            <a:r>
              <a:rPr lang="it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  ·  Matricola 20114491  ·  A.A. 2025/2026</a:t>
            </a:r>
          </a:p>
        </p:txBody>
      </p:sp>
      <p:pic>
        <p:nvPicPr>
          <p:cNvPr id="5" name="Immagine 4" descr="Immagine con edificio, sedia, panca, lato&#10;&#10;Descrizione generata automaticamente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" b="683"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Connettore diritto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633F7-0471-3CF5-A7B6-DB62F6192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" b="1"/>
              <a:t>Obiettivi del Progetto</a:t>
            </a:r>
          </a:p>
        </p:txBody>
      </p:sp>
      <p:sp>
        <p:nvSpPr>
          <p:cNvPr id="100" name="Intro"/>
          <p:cNvSpPr txBox="1"/>
          <p:nvPr/>
        </p:nvSpPr>
        <p:spPr>
          <a:xfrm>
            <a:off x="1097280" y="1960000"/>
            <a:ext cx="10058400" cy="620000"/>
          </a:xfrm>
          <a:prstGeom prst="rect">
            <a:avLst/>
          </a:prstGeom>
        </p:spPr>
        <p:txBody>
          <a:bodyPr wrap="square" lIns="45720" tIns="0" rIns="45720" bIns="0" rtlCol="0" anchor="ctr">
            <a:normAutofit/>
          </a:bodyPr>
          <a:lstStyle/>
          <a:p>
            <a:pPr algn="ctr" rtl="0"/>
            <a:r>
              <a:rPr lang="it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Tre tracce, una per ciascun database, sviluppate in maniera indipendente ma organizzate all’interno di un’unica struttura progettuale.</a:t>
            </a:r>
          </a:p>
        </p:txBody>
      </p:sp>
      <p:pic>
        <p:nvPicPr>
          <p:cNvPr id="101" name="Icon Relaziona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280" y="2828060"/>
            <a:ext cx="950000" cy="691940"/>
          </a:xfrm>
          <a:prstGeom prst="rect">
            <a:avLst/>
          </a:prstGeom>
        </p:spPr>
      </p:pic>
      <p:pic>
        <p:nvPicPr>
          <p:cNvPr id="102" name="Icon Documenta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642" y="2700000"/>
            <a:ext cx="609675" cy="820000"/>
          </a:xfrm>
          <a:prstGeom prst="rect">
            <a:avLst/>
          </a:prstGeom>
        </p:spPr>
      </p:pic>
      <p:pic>
        <p:nvPicPr>
          <p:cNvPr id="103" name="Icon Graf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6856" y="2700000"/>
            <a:ext cx="877648" cy="820000"/>
          </a:xfrm>
          <a:prstGeom prst="rect">
            <a:avLst/>
          </a:prstGeom>
        </p:spPr>
      </p:pic>
      <p:sp>
        <p:nvSpPr>
          <p:cNvPr id="104" name="Heading Relazionale"/>
          <p:cNvSpPr txBox="1"/>
          <p:nvPr/>
        </p:nvSpPr>
        <p:spPr>
          <a:xfrm>
            <a:off x="1097280" y="3600000"/>
            <a:ext cx="3060000" cy="480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ctr" rtl="0"/>
            <a:r>
              <a:rPr lang="it" sz="2000" b="1">
                <a:solidFill>
                  <a:schemeClr val="tx2"/>
                </a:solidFill>
                <a:latin typeface="+mj-lt"/>
              </a:rPr>
              <a:t>Modello Relazionale</a:t>
            </a:r>
          </a:p>
        </p:txBody>
      </p:sp>
      <p:sp>
        <p:nvSpPr>
          <p:cNvPr id="105" name="Heading Documentale"/>
          <p:cNvSpPr txBox="1"/>
          <p:nvPr/>
        </p:nvSpPr>
        <p:spPr>
          <a:xfrm>
            <a:off x="4596480" y="3600000"/>
            <a:ext cx="3060000" cy="480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ctr" rtl="0"/>
            <a:r>
              <a:rPr lang="it" sz="2000" b="1">
                <a:solidFill>
                  <a:schemeClr val="tx2"/>
                </a:solidFill>
                <a:latin typeface="+mj-lt"/>
              </a:rPr>
              <a:t>Modello Documentale</a:t>
            </a:r>
          </a:p>
        </p:txBody>
      </p:sp>
      <p:sp>
        <p:nvSpPr>
          <p:cNvPr id="106" name="Heading Grafo"/>
          <p:cNvSpPr txBox="1"/>
          <p:nvPr/>
        </p:nvSpPr>
        <p:spPr>
          <a:xfrm>
            <a:off x="8095680" y="3600000"/>
            <a:ext cx="3060000" cy="480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ctr" rtl="0"/>
            <a:r>
              <a:rPr lang="it" sz="2000" b="1">
                <a:solidFill>
                  <a:schemeClr val="tx2"/>
                </a:solidFill>
                <a:latin typeface="+mj-lt"/>
              </a:rPr>
              <a:t>Modello a Grafo</a:t>
            </a:r>
          </a:p>
        </p:txBody>
      </p:sp>
      <p:cxnSp>
        <p:nvCxnSpPr>
          <p:cNvPr id="107" name="Accent 1"/>
          <p:cNvCxnSpPr/>
          <p:nvPr/>
        </p:nvCxnSpPr>
        <p:spPr>
          <a:xfrm>
            <a:off x="2277280" y="4150000"/>
            <a:ext cx="700000" cy="0"/>
          </a:xfrm>
          <a:prstGeom prst="line">
            <a:avLst/>
          </a:prstGeom>
          <a:ln w="28575">
            <a:solidFill>
              <a:schemeClr val="accent2"/>
            </a:solidFill>
          </a:ln>
        </p:spPr>
      </p:cxnSp>
      <p:cxnSp>
        <p:nvCxnSpPr>
          <p:cNvPr id="108" name="Accent 2"/>
          <p:cNvCxnSpPr/>
          <p:nvPr/>
        </p:nvCxnSpPr>
        <p:spPr>
          <a:xfrm>
            <a:off x="5776480" y="4150000"/>
            <a:ext cx="700000" cy="0"/>
          </a:xfrm>
          <a:prstGeom prst="line">
            <a:avLst/>
          </a:prstGeom>
          <a:ln w="28575">
            <a:solidFill>
              <a:schemeClr val="accent3"/>
            </a:solidFill>
          </a:ln>
        </p:spPr>
      </p:cxnSp>
      <p:cxnSp>
        <p:nvCxnSpPr>
          <p:cNvPr id="109" name="Accent 3"/>
          <p:cNvCxnSpPr/>
          <p:nvPr/>
        </p:nvCxnSpPr>
        <p:spPr>
          <a:xfrm>
            <a:off x="9275680" y="4150000"/>
            <a:ext cx="700000" cy="0"/>
          </a:xfrm>
          <a:prstGeom prst="line">
            <a:avLst/>
          </a:prstGeom>
          <a:ln w="28575">
            <a:solidFill>
              <a:schemeClr val="accent4"/>
            </a:solidFill>
          </a:ln>
        </p:spPr>
      </p:cxnSp>
      <p:sp>
        <p:nvSpPr>
          <p:cNvPr id="110" name="Desc Relazionale"/>
          <p:cNvSpPr txBox="1"/>
          <p:nvPr/>
        </p:nvSpPr>
        <p:spPr>
          <a:xfrm>
            <a:off x="1097280" y="4230000"/>
            <a:ext cx="3060000" cy="1040000"/>
          </a:xfrm>
          <a:prstGeom prst="rect">
            <a:avLst/>
          </a:prstGeom>
        </p:spPr>
        <p:txBody>
          <a:bodyPr wrap="square" lIns="45720" tIns="0" rIns="45720" bIns="0" rtlCol="0" anchor="t"/>
          <a:lstStyle/>
          <a:p>
            <a:pPr algn="ctr" rtl="0"/>
            <a:r>
              <a:rPr lang="it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Dati strutturati in tabelle, con schema e relazioni tra le entità.</a:t>
            </a:r>
          </a:p>
        </p:txBody>
      </p:sp>
      <p:sp>
        <p:nvSpPr>
          <p:cNvPr id="111" name="Desc Documentale"/>
          <p:cNvSpPr txBox="1"/>
          <p:nvPr/>
        </p:nvSpPr>
        <p:spPr>
          <a:xfrm>
            <a:off x="4596480" y="4230000"/>
            <a:ext cx="3060000" cy="1040000"/>
          </a:xfrm>
          <a:prstGeom prst="rect">
            <a:avLst/>
          </a:prstGeom>
        </p:spPr>
        <p:txBody>
          <a:bodyPr wrap="square" lIns="45720" tIns="0" rIns="45720" bIns="0" rtlCol="0" anchor="t"/>
          <a:lstStyle/>
          <a:p>
            <a:pPr algn="ctr" rtl="0"/>
            <a:r>
              <a:rPr lang="it" sz="1400">
                <a:solidFill>
                  <a:schemeClr val="tx1">
                    <a:lumMod val="65000"/>
                    <a:lumOff val="35000"/>
                  </a:schemeClr>
                </a:solidFill>
              </a:rPr>
              <a:t>Documenti JSON semi–strutturati, flessibili e senza schema fisso.</a:t>
            </a:r>
          </a:p>
        </p:txBody>
      </p:sp>
      <p:sp>
        <p:nvSpPr>
          <p:cNvPr id="112" name="Desc Grafo"/>
          <p:cNvSpPr txBox="1"/>
          <p:nvPr/>
        </p:nvSpPr>
        <p:spPr>
          <a:xfrm>
            <a:off x="8095680" y="4230000"/>
            <a:ext cx="3060000" cy="1040000"/>
          </a:xfrm>
          <a:prstGeom prst="rect">
            <a:avLst/>
          </a:prstGeom>
        </p:spPr>
        <p:txBody>
          <a:bodyPr wrap="square" lIns="45720" tIns="0" rIns="45720" bIns="0" rtlCol="0" anchor="t"/>
          <a:lstStyle/>
          <a:p>
            <a:pPr algn="ctr" rtl="0"/>
            <a:r>
              <a:rPr lang="it" sz="1400">
                <a:solidFill>
                  <a:schemeClr val="tx1">
                    <a:lumMod val="65000"/>
                    <a:lumOff val="35000"/>
                  </a:schemeClr>
                </a:solidFill>
              </a:rPr>
              <a:t>Nodi e relazioni per rappresentare connessioni complesse tra i dati.</a:t>
            </a:r>
          </a:p>
        </p:txBody>
      </p:sp>
      <p:sp>
        <p:nvSpPr>
          <p:cNvPr id="113" name="GitHub Link"/>
          <p:cNvSpPr txBox="1"/>
          <p:nvPr/>
        </p:nvSpPr>
        <p:spPr>
          <a:xfrm>
            <a:off x="1097280" y="5500000"/>
            <a:ext cx="10058400" cy="640000"/>
          </a:xfrm>
          <a:prstGeom prst="rect">
            <a:avLst/>
          </a:prstGeom>
        </p:spPr>
        <p:txBody>
          <a:bodyPr wrap="square" lIns="45720" tIns="0" rIns="45720" bIns="0" rtlCol="0" anchor="ctr"/>
          <a:lstStyle/>
          <a:p>
            <a:pPr algn="ctr" rtl="0"/>
            <a:r>
              <a:rPr lang="it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Codice e documentazione consultabili al link pubblico su GitHub</a:t>
            </a:r>
          </a:p>
          <a:p>
            <a:pPr algn="ctr" rtl="0"/>
            <a:r>
              <a:rPr lang="it" sz="1200" b="1" dirty="0">
                <a:solidFill>
                  <a:schemeClr val="tx2"/>
                </a:solidFill>
              </a:rPr>
              <a:t>https://github.com/Giuseppe-De-Giorgi/unisalento-big-data-GDG-exam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9EBD1-C824-9E55-76C3-3CF415962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25069C4-336E-40F0-85A2-25D6F0A25D32}" type="datetime1">
              <a:rPr lang="it-IT" smtClean="0"/>
              <a:t>26/06/2026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798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1DF83-A5B9-F6A8-DD15-AB9356301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" b="1"/>
              <a:t>Tecnologie Utilizzate</a:t>
            </a:r>
          </a:p>
        </p:txBody>
      </p:sp>
      <p:sp>
        <p:nvSpPr>
          <p:cNvPr id="100" name="Panel Database"/>
          <p:cNvSpPr/>
          <p:nvPr/>
        </p:nvSpPr>
        <p:spPr>
          <a:xfrm>
            <a:off x="1097280" y="2030000"/>
            <a:ext cx="4829200" cy="4080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>
            <a:noFill/>
          </a:ln>
        </p:spPr>
        <p:txBody>
          <a:bodyPr rtlCol="0" anchor="t"/>
          <a:lstStyle/>
          <a:p>
            <a:endParaRPr lang="it-IT"/>
          </a:p>
        </p:txBody>
      </p:sp>
      <p:sp>
        <p:nvSpPr>
          <p:cNvPr id="101" name="Panel Sviluppo"/>
          <p:cNvSpPr/>
          <p:nvPr/>
        </p:nvSpPr>
        <p:spPr>
          <a:xfrm>
            <a:off x="6326480" y="2030000"/>
            <a:ext cx="4829200" cy="4080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>
            <a:noFill/>
          </a:ln>
        </p:spPr>
        <p:txBody>
          <a:bodyPr rtlCol="0" anchor="t"/>
          <a:lstStyle/>
          <a:p>
            <a:endParaRPr lang="it-IT"/>
          </a:p>
        </p:txBody>
      </p:sp>
      <p:sp>
        <p:nvSpPr>
          <p:cNvPr id="102" name="Title Database"/>
          <p:cNvSpPr txBox="1"/>
          <p:nvPr/>
        </p:nvSpPr>
        <p:spPr>
          <a:xfrm>
            <a:off x="1457280" y="2250000"/>
            <a:ext cx="4109200" cy="480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 rtl="0"/>
            <a:r>
              <a:rPr lang="it" sz="2200" b="1">
                <a:solidFill>
                  <a:schemeClr val="tx2"/>
                </a:solidFill>
                <a:latin typeface="+mj-lt"/>
              </a:rPr>
              <a:t>Database</a:t>
            </a:r>
          </a:p>
        </p:txBody>
      </p:sp>
      <p:cxnSp>
        <p:nvCxnSpPr>
          <p:cNvPr id="103" name="Underline Database"/>
          <p:cNvCxnSpPr/>
          <p:nvPr/>
        </p:nvCxnSpPr>
        <p:spPr>
          <a:xfrm>
            <a:off x="1457280" y="2790000"/>
            <a:ext cx="850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</p:cxnSp>
      <p:sp>
        <p:nvSpPr>
          <p:cNvPr id="104" name="List Database"/>
          <p:cNvSpPr txBox="1"/>
          <p:nvPr/>
        </p:nvSpPr>
        <p:spPr>
          <a:xfrm>
            <a:off x="1457280" y="2950000"/>
            <a:ext cx="4109200" cy="300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 rtl="0">
              <a:spcBef>
                <a:spcPts val="400"/>
              </a:spcBef>
              <a:spcAft>
                <a:spcPts val="600"/>
              </a:spcAft>
              <a:buNone/>
            </a:pPr>
            <a:r>
              <a:rPr lang="it" sz="1500" b="1">
                <a:solidFill>
                  <a:schemeClr val="tx2"/>
                </a:solidFill>
              </a:rPr>
              <a:t>SQLite 3</a:t>
            </a:r>
            <a:r>
              <a:rPr lang="it" sz="1400">
                <a:solidFill>
                  <a:schemeClr val="tx1">
                    <a:lumMod val="65000"/>
                    <a:lumOff val="35000"/>
                  </a:schemeClr>
                </a:solidFill>
              </a:rPr>
              <a:t>  —  Database relazionale embedded</a:t>
            </a:r>
          </a:p>
          <a:p>
            <a:pPr marL="0" indent="0" algn="l" rtl="0">
              <a:spcBef>
                <a:spcPts val="400"/>
              </a:spcBef>
              <a:spcAft>
                <a:spcPts val="600"/>
              </a:spcAft>
              <a:buNone/>
            </a:pPr>
            <a:r>
              <a:rPr lang="it" sz="1500" b="1">
                <a:solidFill>
                  <a:schemeClr val="tx2"/>
                </a:solidFill>
              </a:rPr>
              <a:t>Neo4j 5.x</a:t>
            </a:r>
            <a:r>
              <a:rPr lang="it" sz="1400">
                <a:solidFill>
                  <a:schemeClr val="tx1">
                    <a:lumMod val="65000"/>
                    <a:lumOff val="35000"/>
                  </a:schemeClr>
                </a:solidFill>
              </a:rPr>
              <a:t>  —  Database a grafo</a:t>
            </a:r>
          </a:p>
          <a:p>
            <a:pPr marL="0" indent="0" algn="l" rtl="0">
              <a:spcBef>
                <a:spcPts val="400"/>
              </a:spcBef>
              <a:spcAft>
                <a:spcPts val="600"/>
              </a:spcAft>
              <a:buNone/>
            </a:pPr>
            <a:r>
              <a:rPr lang="it" sz="1500" b="1">
                <a:solidFill>
                  <a:schemeClr val="tx2"/>
                </a:solidFill>
              </a:rPr>
              <a:t>Elasticsearch 8.x</a:t>
            </a:r>
            <a:r>
              <a:rPr lang="it" sz="1400">
                <a:solidFill>
                  <a:schemeClr val="tx1">
                    <a:lumMod val="65000"/>
                    <a:lumOff val="35000"/>
                  </a:schemeClr>
                </a:solidFill>
              </a:rPr>
              <a:t>  —  Motore di ricerca e analytics</a:t>
            </a:r>
          </a:p>
          <a:p>
            <a:pPr marL="0" indent="0" algn="l" rtl="0">
              <a:spcBef>
                <a:spcPts val="400"/>
              </a:spcBef>
              <a:spcAft>
                <a:spcPts val="600"/>
              </a:spcAft>
              <a:buNone/>
            </a:pPr>
            <a:r>
              <a:rPr lang="it" sz="1500" b="1">
                <a:solidFill>
                  <a:schemeClr val="tx2"/>
                </a:solidFill>
              </a:rPr>
              <a:t>Kibana 8.x</a:t>
            </a:r>
            <a:r>
              <a:rPr lang="it" sz="1400">
                <a:solidFill>
                  <a:schemeClr val="tx1">
                    <a:lumMod val="65000"/>
                    <a:lumOff val="35000"/>
                  </a:schemeClr>
                </a:solidFill>
              </a:rPr>
              <a:t>  —  Visualizzazione dei dati di Elasticsearch</a:t>
            </a:r>
          </a:p>
        </p:txBody>
      </p:sp>
      <p:sp>
        <p:nvSpPr>
          <p:cNvPr id="105" name="Title Sviluppo"/>
          <p:cNvSpPr txBox="1"/>
          <p:nvPr/>
        </p:nvSpPr>
        <p:spPr>
          <a:xfrm>
            <a:off x="6686480" y="2250000"/>
            <a:ext cx="4109200" cy="480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 rtl="0"/>
            <a:r>
              <a:rPr lang="it" sz="2200" b="1">
                <a:solidFill>
                  <a:schemeClr val="tx2"/>
                </a:solidFill>
                <a:latin typeface="+mj-lt"/>
              </a:rPr>
              <a:t>Sviluppo</a:t>
            </a:r>
          </a:p>
        </p:txBody>
      </p:sp>
      <p:cxnSp>
        <p:nvCxnSpPr>
          <p:cNvPr id="106" name="Underline Sviluppo"/>
          <p:cNvCxnSpPr/>
          <p:nvPr/>
        </p:nvCxnSpPr>
        <p:spPr>
          <a:xfrm>
            <a:off x="6686480" y="2790000"/>
            <a:ext cx="850000" cy="0"/>
          </a:xfrm>
          <a:prstGeom prst="line">
            <a:avLst/>
          </a:prstGeom>
          <a:ln w="28575">
            <a:solidFill>
              <a:schemeClr val="accent2"/>
            </a:solidFill>
          </a:ln>
        </p:spPr>
      </p:cxnSp>
      <p:sp>
        <p:nvSpPr>
          <p:cNvPr id="107" name="List Sviluppo"/>
          <p:cNvSpPr txBox="1"/>
          <p:nvPr/>
        </p:nvSpPr>
        <p:spPr>
          <a:xfrm>
            <a:off x="6686480" y="2950000"/>
            <a:ext cx="4109200" cy="300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 rtl="0">
              <a:spcBef>
                <a:spcPts val="400"/>
              </a:spcBef>
              <a:spcAft>
                <a:spcPts val="600"/>
              </a:spcAft>
              <a:buNone/>
            </a:pPr>
            <a:r>
              <a:rPr lang="it" sz="1500" b="1">
                <a:solidFill>
                  <a:schemeClr val="tx2"/>
                </a:solidFill>
              </a:rPr>
              <a:t>Python 3.12</a:t>
            </a:r>
            <a:r>
              <a:rPr lang="it" sz="1400">
                <a:solidFill>
                  <a:schemeClr val="tx1">
                    <a:lumMod val="65000"/>
                    <a:lumOff val="35000"/>
                  </a:schemeClr>
                </a:solidFill>
              </a:rPr>
              <a:t>  —  Linguaggio principale per script di setup e query</a:t>
            </a:r>
          </a:p>
          <a:p>
            <a:pPr marL="0" indent="0" algn="l" rtl="0">
              <a:spcBef>
                <a:spcPts val="400"/>
              </a:spcBef>
              <a:spcAft>
                <a:spcPts val="600"/>
              </a:spcAft>
              <a:buNone/>
            </a:pPr>
            <a:r>
              <a:rPr lang="it" sz="1500" b="1">
                <a:solidFill>
                  <a:schemeClr val="tx2"/>
                </a:solidFill>
              </a:rPr>
              <a:t>Docker &amp; Docker Compose</a:t>
            </a:r>
            <a:r>
              <a:rPr lang="it" sz="1400">
                <a:solidFill>
                  <a:schemeClr val="tx1">
                    <a:lumMod val="65000"/>
                    <a:lumOff val="35000"/>
                  </a:schemeClr>
                </a:solidFill>
              </a:rPr>
              <a:t>  —  Containerizzazione dei servizi (Elasticsearch e Neo4j)</a:t>
            </a:r>
          </a:p>
          <a:p>
            <a:pPr marL="0" indent="0" algn="l" rtl="0">
              <a:spcBef>
                <a:spcPts val="400"/>
              </a:spcBef>
              <a:spcAft>
                <a:spcPts val="600"/>
              </a:spcAft>
              <a:buNone/>
            </a:pPr>
            <a:r>
              <a:rPr lang="it" sz="1500" b="1">
                <a:solidFill>
                  <a:schemeClr val="tx2"/>
                </a:solidFill>
              </a:rPr>
              <a:t>WSL (Ubuntu)</a:t>
            </a:r>
            <a:r>
              <a:rPr lang="it" sz="1400">
                <a:solidFill>
                  <a:schemeClr val="tx1">
                    <a:lumMod val="65000"/>
                    <a:lumOff val="35000"/>
                  </a:schemeClr>
                </a:solidFill>
              </a:rPr>
              <a:t>  —  Ambiente Linux su Windows per eseguire Docker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F80AC-F994-FCA6-F3E5-539FB789E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25069C4-336E-40F0-85A2-25D6F0A25D32}" type="datetime1">
              <a:rPr lang="it-IT" smtClean="0"/>
              <a:t>26/06/2026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556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CD4DC0C-C2B4-F746-11DD-F35BD00F1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/>
          <a:lstStyle/>
          <a:p>
            <a:r>
              <a:rPr lang="it" b="1"/>
              <a:t>Struttura del Progetto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9A3BD5F-8D17-8DAA-88E9-4E42B51380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72595" y="124577"/>
            <a:ext cx="5642656" cy="6504505"/>
          </a:xfrm>
          <a:prstGeom prst="rect">
            <a:avLst/>
          </a:prstGeom>
          <a:noFill/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7A67D18-C3AD-43E7-7787-43FBAF3D44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r>
              <a:rPr lang="it"/>
              <a:t>Il repository è suddiviso in una cartella per ciascun paradigma — relazionale, grafo ed Elasticsearch — e una cartella Docker per i servizi.</a:t>
            </a:r>
          </a:p>
          <a:p>
            <a:r>
              <a:rPr lang="it"/>
              <a:t>Ogni sezione contiene script di setup e query, dati, diagrammi e una guida how_to_run dedicata.</a:t>
            </a:r>
          </a:p>
        </p:txBody>
      </p:sp>
    </p:spTree>
    <p:extLst>
      <p:ext uri="{BB962C8B-B14F-4D97-AF65-F5344CB8AC3E}">
        <p14:creationId xmlns:p14="http://schemas.microsoft.com/office/powerpoint/2010/main" val="1426572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1DF83-A5B9-F6A8-DD15-AB9356301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" b="1"/>
              <a:t>Database Relazionale — Libreria Ebook</a:t>
            </a:r>
          </a:p>
        </p:txBody>
      </p:sp>
      <p:sp>
        <p:nvSpPr>
          <p:cNvPr id="100" name="Subheader"/>
          <p:cNvSpPr txBox="1"/>
          <p:nvPr/>
        </p:nvSpPr>
        <p:spPr>
          <a:xfrm>
            <a:off x="1097280" y="1980000"/>
            <a:ext cx="10058400" cy="440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ctr" rtl="0"/>
            <a:r>
              <a:rPr lang="it" sz="1500" b="1">
                <a:solidFill>
                  <a:schemeClr val="tx2"/>
                </a:solidFill>
              </a:rPr>
              <a:t>Tecnologia:  </a:t>
            </a:r>
            <a:r>
              <a:rPr lang="it" sz="1500">
                <a:solidFill>
                  <a:schemeClr val="tx1">
                    <a:lumMod val="65000"/>
                    <a:lumOff val="35000"/>
                  </a:schemeClr>
                </a:solidFill>
              </a:rPr>
              <a:t>SQLite</a:t>
            </a:r>
            <a:r>
              <a:rPr lang="it" sz="1500">
                <a:solidFill>
                  <a:schemeClr val="accent2"/>
                </a:solidFill>
              </a:rPr>
              <a:t>    •    </a:t>
            </a:r>
            <a:r>
              <a:rPr lang="it" sz="1500" b="1">
                <a:solidFill>
                  <a:schemeClr val="tx2"/>
                </a:solidFill>
              </a:rPr>
              <a:t>Scenario:  </a:t>
            </a:r>
            <a:r>
              <a:rPr lang="it" sz="1500">
                <a:solidFill>
                  <a:schemeClr val="tx1">
                    <a:lumMod val="65000"/>
                    <a:lumOff val="35000"/>
                  </a:schemeClr>
                </a:solidFill>
              </a:rPr>
              <a:t>casa editrice con libreria digitale di ebook</a:t>
            </a:r>
          </a:p>
        </p:txBody>
      </p:sp>
      <p:sp>
        <p:nvSpPr>
          <p:cNvPr id="101" name="Panel Traccia"/>
          <p:cNvSpPr/>
          <p:nvPr/>
        </p:nvSpPr>
        <p:spPr>
          <a:xfrm>
            <a:off x="1097280" y="2480000"/>
            <a:ext cx="10058400" cy="2280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>
            <a:noFill/>
          </a:ln>
        </p:spPr>
        <p:txBody>
          <a:bodyPr rtlCol="0" anchor="t"/>
          <a:lstStyle/>
          <a:p>
            <a:endParaRPr lang="it-IT"/>
          </a:p>
        </p:txBody>
      </p:sp>
      <p:sp>
        <p:nvSpPr>
          <p:cNvPr id="102" name="Heading Traccia"/>
          <p:cNvSpPr txBox="1"/>
          <p:nvPr/>
        </p:nvSpPr>
        <p:spPr>
          <a:xfrm>
            <a:off x="1457280" y="2650000"/>
            <a:ext cx="9338400" cy="400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 rtl="0"/>
            <a:r>
              <a:rPr lang="it" sz="1800" b="1">
                <a:solidFill>
                  <a:schemeClr val="tx2"/>
                </a:solidFill>
                <a:latin typeface="+mj-lt"/>
              </a:rPr>
              <a:t>Traccia Progettuale</a:t>
            </a:r>
          </a:p>
        </p:txBody>
      </p:sp>
      <p:cxnSp>
        <p:nvCxnSpPr>
          <p:cNvPr id="103" name="Underline Traccia"/>
          <p:cNvCxnSpPr/>
          <p:nvPr/>
        </p:nvCxnSpPr>
        <p:spPr>
          <a:xfrm>
            <a:off x="1457280" y="3080000"/>
            <a:ext cx="850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</p:cxnSp>
      <p:sp>
        <p:nvSpPr>
          <p:cNvPr id="104" name="Body Traccia"/>
          <p:cNvSpPr txBox="1"/>
          <p:nvPr/>
        </p:nvSpPr>
        <p:spPr>
          <a:xfrm>
            <a:off x="1457280" y="3200000"/>
            <a:ext cx="9338400" cy="148000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just" rtl="0"/>
            <a:r>
              <a:rPr lang="it" sz="1400">
                <a:solidFill>
                  <a:schemeClr val="tx1">
                    <a:lumMod val="75000"/>
                    <a:lumOff val="25000"/>
                  </a:schemeClr>
                </a:solidFill>
              </a:rPr>
              <a:t>Una casa editrice vuole gestire una libreria digitale di ebook. Ogni libro digitale è identificato da un codice, ha titolo, autore, genere, prezzo e anno di pubblicazione. Gli utenti registrati possono acquistare più ebook, e per ogni acquisto si vogliono memorizzare data, modalità di pagamento e importo totale. Ogni utente ha un codice, nome, cognome, email e paese di residenza. Alcuni ebook possono appartenere a una collana, e ogni collana ha nome, descrizione e casa editrice di riferimento. Il sistema deve consentire di sapere quali libri ha acquistato ciascun utente e quali collane hanno venduto di più.</a:t>
            </a:r>
          </a:p>
        </p:txBody>
      </p:sp>
      <p:sp>
        <p:nvSpPr>
          <p:cNvPr id="105" name="Panel Query"/>
          <p:cNvSpPr/>
          <p:nvPr/>
        </p:nvSpPr>
        <p:spPr>
          <a:xfrm>
            <a:off x="1097280" y="4880000"/>
            <a:ext cx="10058400" cy="1360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>
            <a:noFill/>
          </a:ln>
        </p:spPr>
        <p:txBody>
          <a:bodyPr rtlCol="0" anchor="t"/>
          <a:lstStyle/>
          <a:p>
            <a:endParaRPr lang="it-IT"/>
          </a:p>
        </p:txBody>
      </p:sp>
      <p:sp>
        <p:nvSpPr>
          <p:cNvPr id="106" name="Heading Query"/>
          <p:cNvSpPr txBox="1"/>
          <p:nvPr/>
        </p:nvSpPr>
        <p:spPr>
          <a:xfrm>
            <a:off x="1457280" y="5040000"/>
            <a:ext cx="9338400" cy="380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 rtl="0"/>
            <a:r>
              <a:rPr lang="it" sz="1600" b="1">
                <a:solidFill>
                  <a:schemeClr val="tx2"/>
                </a:solidFill>
                <a:latin typeface="+mj-lt"/>
              </a:rPr>
              <a:t>Query suggerite</a:t>
            </a:r>
          </a:p>
        </p:txBody>
      </p:sp>
      <p:sp>
        <p:nvSpPr>
          <p:cNvPr id="107" name="List Query"/>
          <p:cNvSpPr txBox="1"/>
          <p:nvPr/>
        </p:nvSpPr>
        <p:spPr>
          <a:xfrm>
            <a:off x="1457280" y="5480000"/>
            <a:ext cx="9338400" cy="64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 rtl="0">
              <a:spcAft>
                <a:spcPts val="500"/>
              </a:spcAft>
              <a:buNone/>
            </a:pPr>
            <a:r>
              <a:rPr lang="it" sz="1400" b="1">
                <a:solidFill>
                  <a:schemeClr val="accent1"/>
                </a:solidFill>
              </a:rPr>
              <a:t>1  —  </a:t>
            </a:r>
            <a:r>
              <a:rPr lang="it" sz="1400">
                <a:solidFill>
                  <a:schemeClr val="tx1">
                    <a:lumMod val="65000"/>
                    <a:lumOff val="35000"/>
                  </a:schemeClr>
                </a:solidFill>
              </a:rPr>
              <a:t>Elencare tutti gli ebook acquistati da un certo utente</a:t>
            </a:r>
          </a:p>
          <a:p>
            <a:pPr marL="0" indent="0" algn="l" rtl="0">
              <a:spcAft>
                <a:spcPts val="500"/>
              </a:spcAft>
              <a:buNone/>
            </a:pPr>
            <a:r>
              <a:rPr lang="it" sz="1400" b="1">
                <a:solidFill>
                  <a:schemeClr val="accent1"/>
                </a:solidFill>
              </a:rPr>
              <a:t>2  —  </a:t>
            </a:r>
            <a:r>
              <a:rPr lang="it" sz="1400">
                <a:solidFill>
                  <a:schemeClr val="tx1">
                    <a:lumMod val="65000"/>
                    <a:lumOff val="35000"/>
                  </a:schemeClr>
                </a:solidFill>
              </a:rPr>
              <a:t>Calcolare il numero di acquisti effettuati per ciascuna collana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F80AC-F994-FCA6-F3E5-539FB789E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25069C4-336E-40F0-85A2-25D6F0A25D32}" type="datetime1">
              <a:rPr lang="it-IT" smtClean="0"/>
              <a:t>26/06/2026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556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D085CAA3-060F-552A-9010-99598C9CC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/>
          <a:lstStyle/>
          <a:p>
            <a:r>
              <a:rPr lang="it" b="1"/>
              <a:t>Diagramma Entità-Relazioni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5BF8E61-DCF7-26A9-4969-F436483B95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543" y="1288026"/>
            <a:ext cx="7450457" cy="4395768"/>
          </a:xfrm>
          <a:prstGeom prst="rect">
            <a:avLst/>
          </a:prstGeom>
          <a:noFill/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6D758D7-DBA9-BC11-905A-840851B8FD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 fontScale="92500" lnSpcReduction="10000"/>
          </a:bodyPr>
          <a:lstStyle/>
          <a:p>
            <a:r>
              <a:rPr lang="it"/>
              <a:t>Dalla traccia sono state individuate cinque entità — Utente, Acquisto, Dettaglio_Acquisto, Ebook e Collana — dove Dettaglio_Acquisto è l’entità associativa tra Acquisto ed Ebook.</a:t>
            </a:r>
          </a:p>
          <a:p>
            <a:r>
              <a:rPr lang="it"/>
              <a:t>Le relazioni sono tutte di tipo uno–a–molti, con le cardinalità minime e massime indicate accanto a ciascuna entità in notazione (min, max).</a:t>
            </a:r>
          </a:p>
        </p:txBody>
      </p:sp>
    </p:spTree>
    <p:extLst>
      <p:ext uri="{BB962C8B-B14F-4D97-AF65-F5344CB8AC3E}">
        <p14:creationId xmlns:p14="http://schemas.microsoft.com/office/powerpoint/2010/main" val="408029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69ED0-F9BB-E20D-CE65-CC7E43248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Script SQL del Progetto</a:t>
            </a:r>
            <a:endParaRPr lang="it-IT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D29F6A8-1DEE-2134-5015-DE2B0AB70D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9000" y="2127725"/>
            <a:ext cx="2426653" cy="37607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E2BDF1-5A14-6832-6380-5AD595B58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718" y="2117927"/>
            <a:ext cx="3581173" cy="37803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8186A47-50C0-2E74-6FA3-8719EDF489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5021" y="2117927"/>
            <a:ext cx="3122681" cy="37599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48FEB3-10A4-7100-4804-4BC0C05333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933" y="2828275"/>
            <a:ext cx="2076740" cy="2695951"/>
          </a:xfrm>
          <a:prstGeom prst="rect">
            <a:avLst/>
          </a:prstGeom>
        </p:spPr>
      </p:pic>
      <p:sp>
        <p:nvSpPr>
          <p:cNvPr id="20" name="Caption 1"/>
          <p:cNvSpPr txBox="1"/>
          <p:nvPr/>
        </p:nvSpPr>
        <p:spPr>
          <a:xfrm>
            <a:off x="222933" y="5915000"/>
            <a:ext cx="207674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normAutofit/>
          </a:bodyPr>
          <a:lstStyle/>
          <a:p>
            <a:pPr algn="ctr"/>
            <a:r>
              <a:rPr lang="it-IT" sz="1000" b="1" dirty="0">
                <a:solidFill>
                  <a:srgbClr val="4A5356"/>
                </a:solidFill>
              </a:rPr>
              <a:t>Struttura del progetto</a:t>
            </a:r>
          </a:p>
          <a:p>
            <a:pPr algn="ctr"/>
            <a:r>
              <a:rPr lang="it-IT" sz="850" dirty="0">
                <a:solidFill>
                  <a:srgbClr val="000000"/>
                </a:solidFill>
              </a:rPr>
              <a:t>Organizzazione di cartelle e file SQL del progetto</a:t>
            </a:r>
          </a:p>
        </p:txBody>
      </p:sp>
      <p:sp>
        <p:nvSpPr>
          <p:cNvPr id="21" name="Caption 2"/>
          <p:cNvSpPr txBox="1"/>
          <p:nvPr/>
        </p:nvSpPr>
        <p:spPr>
          <a:xfrm>
            <a:off x="2439000" y="5915000"/>
            <a:ext cx="2426653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normAutofit/>
          </a:bodyPr>
          <a:lstStyle/>
          <a:p>
            <a:pPr algn="ctr"/>
            <a:r>
              <a:rPr lang="it-IT" sz="1000" b="1" dirty="0">
                <a:solidFill>
                  <a:srgbClr val="4A5356"/>
                </a:solidFill>
              </a:rPr>
              <a:t>schema.sql</a:t>
            </a:r>
          </a:p>
          <a:p>
            <a:pPr algn="ctr"/>
            <a:r>
              <a:rPr lang="it-IT" sz="850" dirty="0">
                <a:solidFill>
                  <a:srgbClr val="000000"/>
                </a:solidFill>
              </a:rPr>
              <a:t>Crea le tabelle e definisce le relazioni del database</a:t>
            </a:r>
          </a:p>
        </p:txBody>
      </p:sp>
      <p:sp>
        <p:nvSpPr>
          <p:cNvPr id="22" name="Caption 3"/>
          <p:cNvSpPr txBox="1"/>
          <p:nvPr/>
        </p:nvSpPr>
        <p:spPr>
          <a:xfrm>
            <a:off x="4961718" y="5915000"/>
            <a:ext cx="3581173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normAutofit/>
          </a:bodyPr>
          <a:lstStyle/>
          <a:p>
            <a:pPr algn="ctr"/>
            <a:r>
              <a:rPr lang="it-IT" sz="1000" b="1" dirty="0">
                <a:solidFill>
                  <a:srgbClr val="4A5356"/>
                </a:solidFill>
              </a:rPr>
              <a:t>insert_data.sql</a:t>
            </a:r>
          </a:p>
          <a:p>
            <a:pPr algn="ctr"/>
            <a:r>
              <a:rPr lang="it-IT" sz="850" dirty="0">
                <a:solidFill>
                  <a:srgbClr val="000000"/>
                </a:solidFill>
              </a:rPr>
              <a:t>Popola le tabelle con i dati di esempio</a:t>
            </a:r>
          </a:p>
        </p:txBody>
      </p:sp>
      <p:sp>
        <p:nvSpPr>
          <p:cNvPr id="23" name="Caption 4"/>
          <p:cNvSpPr txBox="1"/>
          <p:nvPr/>
        </p:nvSpPr>
        <p:spPr>
          <a:xfrm>
            <a:off x="8735021" y="5915000"/>
            <a:ext cx="3122681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normAutofit/>
          </a:bodyPr>
          <a:lstStyle/>
          <a:p>
            <a:pPr algn="ctr"/>
            <a:r>
              <a:rPr lang="it-IT" sz="1000" b="1" dirty="0">
                <a:solidFill>
                  <a:srgbClr val="4A5356"/>
                </a:solidFill>
              </a:rPr>
              <a:t>query.sql</a:t>
            </a:r>
          </a:p>
          <a:p>
            <a:pPr algn="ctr"/>
            <a:r>
              <a:rPr lang="it-IT" sz="850" dirty="0">
                <a:solidFill>
                  <a:srgbClr val="000000"/>
                </a:solidFill>
              </a:rPr>
              <a:t>Interrogazioni per estrarre e analizzare i dati</a:t>
            </a:r>
          </a:p>
        </p:txBody>
      </p:sp>
    </p:spTree>
    <p:extLst>
      <p:ext uri="{BB962C8B-B14F-4D97-AF65-F5344CB8AC3E}">
        <p14:creationId xmlns:p14="http://schemas.microsoft.com/office/powerpoint/2010/main" val="3551089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B6D18-5F01-3C7B-133C-D5FC5BA75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Risultati delle Query SQL</a:t>
            </a:r>
            <a:endParaRPr lang="it-IT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283180C-1524-F088-7616-567BE31372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000" y="2899800"/>
            <a:ext cx="3730666" cy="22602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42D96-D789-1625-8D76-A8FC77C82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25069C4-336E-40F0-85A2-25D6F0A25D32}" type="datetime1">
              <a:rPr lang="it-IT" smtClean="0"/>
              <a:t>26/06/2026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07545B-5FB9-6EE7-6F60-94775A1A3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666" y="3768385"/>
            <a:ext cx="3730666" cy="13916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5FFCC4-BBCC-92C7-E19C-D20981BA36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332" y="2570097"/>
            <a:ext cx="3730666" cy="2589903"/>
          </a:xfrm>
          <a:prstGeom prst="rect">
            <a:avLst/>
          </a:prstGeom>
        </p:spPr>
      </p:pic>
      <p:sp>
        <p:nvSpPr>
          <p:cNvPr id="20" name="Caption 1"/>
          <p:cNvSpPr txBox="1"/>
          <p:nvPr/>
        </p:nvSpPr>
        <p:spPr>
          <a:xfrm>
            <a:off x="300000" y="5230000"/>
            <a:ext cx="3730666" cy="5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normAutofit/>
          </a:bodyPr>
          <a:lstStyle/>
          <a:p>
            <a:pPr algn="ctr"/>
            <a:r>
              <a:rPr lang="it-IT" sz="1000" b="1" dirty="0">
                <a:solidFill>
                  <a:srgbClr val="4A5356"/>
                </a:solidFill>
              </a:rPr>
              <a:t>Tabella ebook popolata</a:t>
            </a:r>
          </a:p>
          <a:p>
            <a:pPr algn="ctr"/>
            <a:r>
              <a:rPr lang="it-IT" sz="850" dirty="0">
                <a:solidFill>
                  <a:srgbClr val="000000"/>
                </a:solidFill>
              </a:rPr>
              <a:t>Tutti i record presenti nella tabella ebook</a:t>
            </a:r>
          </a:p>
        </p:txBody>
      </p:sp>
      <p:sp>
        <p:nvSpPr>
          <p:cNvPr id="21" name="Caption 2"/>
          <p:cNvSpPr txBox="1"/>
          <p:nvPr/>
        </p:nvSpPr>
        <p:spPr>
          <a:xfrm>
            <a:off x="4230666" y="5230000"/>
            <a:ext cx="3730666" cy="5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normAutofit/>
          </a:bodyPr>
          <a:lstStyle/>
          <a:p>
            <a:pPr algn="ctr"/>
            <a:r>
              <a:rPr lang="it-IT" sz="1000" b="1" dirty="0">
                <a:solidFill>
                  <a:srgbClr val="4A5356"/>
                </a:solidFill>
              </a:rPr>
              <a:t>Query 1 — Ebook per utente</a:t>
            </a:r>
          </a:p>
          <a:p>
            <a:pPr algn="ctr"/>
            <a:r>
              <a:rPr lang="it-IT" sz="850" dirty="0">
                <a:solidFill>
                  <a:srgbClr val="000000"/>
                </a:solidFill>
              </a:rPr>
              <a:t>Tutti gli ebook acquistati da un determinato utente</a:t>
            </a:r>
          </a:p>
        </p:txBody>
      </p:sp>
      <p:sp>
        <p:nvSpPr>
          <p:cNvPr id="22" name="Caption 3"/>
          <p:cNvSpPr txBox="1"/>
          <p:nvPr/>
        </p:nvSpPr>
        <p:spPr>
          <a:xfrm>
            <a:off x="8161332" y="5230000"/>
            <a:ext cx="3730666" cy="5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normAutofit/>
          </a:bodyPr>
          <a:lstStyle/>
          <a:p>
            <a:pPr algn="ctr"/>
            <a:r>
              <a:rPr lang="it-IT" sz="1000" b="1" dirty="0">
                <a:solidFill>
                  <a:srgbClr val="4A5356"/>
                </a:solidFill>
              </a:rPr>
              <a:t>Query 2 — Acquisti per collana</a:t>
            </a:r>
          </a:p>
          <a:p>
            <a:pPr algn="ctr"/>
            <a:r>
              <a:rPr lang="it-IT" sz="850" dirty="0">
                <a:solidFill>
                  <a:srgbClr val="000000"/>
                </a:solidFill>
              </a:rPr>
              <a:t>Numero di acquisti effettuati per ciascuna collana</a:t>
            </a:r>
          </a:p>
        </p:txBody>
      </p:sp>
    </p:spTree>
    <p:extLst>
      <p:ext uri="{BB962C8B-B14F-4D97-AF65-F5344CB8AC3E}">
        <p14:creationId xmlns:p14="http://schemas.microsoft.com/office/powerpoint/2010/main" val="2620471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AFC16-8D63-F1F2-A841-9502E0CB3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4750000" cy="1450757"/>
          </a:xfrm>
        </p:spPr>
        <p:txBody>
          <a:bodyPr/>
          <a:lstStyle/>
          <a:p>
            <a:r>
              <a:rPr lang="it-IT" dirty="0"/>
              <a:t>Automazione in Python</a:t>
            </a:r>
            <a:endParaRPr lang="it-IT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AA480A3-0EC1-CA84-4C24-61C5C5C843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4555000"/>
            <a:ext cx="1850000" cy="1649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7C682-CB3A-6B0A-95E6-AD706BF1E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25069C4-336E-40F0-85A2-25D6F0A25D32}" type="datetime1">
              <a:rPr lang="it-IT" smtClean="0"/>
              <a:t>26/06/2026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2122CF-A9E3-8D94-2CC6-C8F6ECD34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247" y="167361"/>
            <a:ext cx="5927203" cy="6054533"/>
          </a:xfrm>
          <a:prstGeom prst="rect">
            <a:avLst/>
          </a:prstGeom>
        </p:spPr>
      </p:pic>
      <p:sp>
        <p:nvSpPr>
          <p:cNvPr id="20" name="Description"/>
          <p:cNvSpPr txBox="1"/>
          <p:nvPr/>
        </p:nvSpPr>
        <p:spPr>
          <a:xfrm>
            <a:off x="1097280" y="1970000"/>
            <a:ext cx="4750000" cy="2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it-IT" sz="1150" dirty="0">
                <a:solidFill>
                  <a:srgbClr val="000000"/>
                </a:solidFill>
              </a:rPr>
              <a:t>Popolamento del database ed esecuzione delle query sono completamente automatizzati tramite due script Python.</a:t>
            </a:r>
          </a:p>
          <a:p>
            <a:pPr>
              <a:spcBef>
                <a:spcPts val="800"/>
              </a:spcBef>
            </a:pPr>
            <a:r>
              <a:rPr lang="it-IT" sz="1150" b="1" dirty="0">
                <a:solidFill>
                  <a:srgbClr val="4A5356"/>
                </a:solidFill>
              </a:rPr>
              <a:t>setup.py — </a:t>
            </a:r>
            <a:r>
              <a:rPr lang="it-IT" sz="1150" dirty="0">
                <a:solidFill>
                  <a:srgbClr val="000000"/>
                </a:solidFill>
              </a:rPr>
              <a:t>legge i file .sql nella cartella relazionale/sql ed esegue in ordine: pulizia del database (se esiste), creazione delle tabelle (DDL) e popolamento con insert_data.sql (DML).</a:t>
            </a:r>
          </a:p>
          <a:p>
            <a:pPr>
              <a:spcBef>
                <a:spcPts val="800"/>
              </a:spcBef>
            </a:pPr>
            <a:r>
              <a:rPr lang="it-IT" sz="1150" b="1" dirty="0">
                <a:solidFill>
                  <a:srgbClr val="4A5356"/>
                </a:solidFill>
              </a:rPr>
              <a:t>queries.py — </a:t>
            </a:r>
            <a:r>
              <a:rPr lang="it-IT" sz="1150" dirty="0">
                <a:solidFill>
                  <a:srgbClr val="000000"/>
                </a:solidFill>
              </a:rPr>
              <a:t>si connette al database, richiede una email da console, esegue la ricerca dinamica degli ebook acquistati dall'utente e mostra sempre la classifica degli acquisti per collana, poi chiude la connessione.</a:t>
            </a:r>
          </a:p>
        </p:txBody>
      </p:sp>
      <p:sp>
        <p:nvSpPr>
          <p:cNvPr id="21" name="Image Caption"/>
          <p:cNvSpPr txBox="1"/>
          <p:nvPr/>
        </p:nvSpPr>
        <p:spPr>
          <a:xfrm>
            <a:off x="3120000" y="4555000"/>
            <a:ext cx="2700000" cy="1649338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normAutofit/>
          </a:bodyPr>
          <a:lstStyle/>
          <a:p>
            <a:r>
              <a:rPr lang="it-IT" sz="1000" b="1" dirty="0">
                <a:solidFill>
                  <a:srgbClr val="4A5356"/>
                </a:solidFill>
              </a:rPr>
              <a:t>Gli script Python</a:t>
            </a:r>
          </a:p>
          <a:p>
            <a:r>
              <a:rPr lang="it-IT" sz="900" dirty="0">
                <a:solidFill>
                  <a:srgbClr val="000000"/>
                </a:solidFill>
              </a:rPr>
              <a:t>setup.py e queries.py risiedono nella cartella relazionale/python.</a:t>
            </a:r>
          </a:p>
        </p:txBody>
      </p:sp>
    </p:spTree>
    <p:extLst>
      <p:ext uri="{BB962C8B-B14F-4D97-AF65-F5344CB8AC3E}">
        <p14:creationId xmlns:p14="http://schemas.microsoft.com/office/powerpoint/2010/main" val="2162535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1DF83-A5B9-F6A8-DD15-AB9356301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" b="1"/>
              <a:t>Database a Grafo — Rete di Podcast</a:t>
            </a:r>
          </a:p>
        </p:txBody>
      </p:sp>
      <p:sp>
        <p:nvSpPr>
          <p:cNvPr id="100" name="Subheader"/>
          <p:cNvSpPr txBox="1"/>
          <p:nvPr/>
        </p:nvSpPr>
        <p:spPr>
          <a:xfrm>
            <a:off x="1097280" y="1980000"/>
            <a:ext cx="10058400" cy="440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ctr" rtl="0"/>
            <a:r>
              <a:rPr lang="it" sz="1500" b="1">
                <a:solidFill>
                  <a:schemeClr val="tx2"/>
                </a:solidFill>
              </a:rPr>
              <a:t>Tecnologia:  </a:t>
            </a:r>
            <a:r>
              <a:rPr lang="it" sz="1500">
                <a:solidFill>
                  <a:schemeClr val="tx1">
                    <a:lumMod val="65000"/>
                    <a:lumOff val="35000"/>
                  </a:schemeClr>
                </a:solidFill>
              </a:rPr>
              <a:t>Neo4j</a:t>
            </a:r>
            <a:r>
              <a:rPr lang="it" sz="1500">
                <a:solidFill>
                  <a:schemeClr val="accent2"/>
                </a:solidFill>
              </a:rPr>
              <a:t>    •    </a:t>
            </a:r>
            <a:r>
              <a:rPr lang="it" sz="1500" b="1">
                <a:solidFill>
                  <a:schemeClr val="tx2"/>
                </a:solidFill>
              </a:rPr>
              <a:t>Scenario:  </a:t>
            </a:r>
            <a:r>
              <a:rPr lang="it" sz="1500">
                <a:solidFill>
                  <a:schemeClr val="tx1">
                    <a:lumMod val="65000"/>
                    <a:lumOff val="35000"/>
                  </a:schemeClr>
                </a:solidFill>
              </a:rPr>
              <a:t>piattaforma podcast con autori, episodi e ospiti</a:t>
            </a:r>
          </a:p>
        </p:txBody>
      </p:sp>
      <p:sp>
        <p:nvSpPr>
          <p:cNvPr id="101" name="Panel Traccia"/>
          <p:cNvSpPr/>
          <p:nvPr/>
        </p:nvSpPr>
        <p:spPr>
          <a:xfrm>
            <a:off x="1097280" y="2480000"/>
            <a:ext cx="10058400" cy="2280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>
            <a:noFill/>
          </a:ln>
        </p:spPr>
        <p:txBody>
          <a:bodyPr rtlCol="0" anchor="t"/>
          <a:lstStyle/>
          <a:p>
            <a:endParaRPr lang="it-IT"/>
          </a:p>
        </p:txBody>
      </p:sp>
      <p:sp>
        <p:nvSpPr>
          <p:cNvPr id="102" name="Heading Traccia"/>
          <p:cNvSpPr txBox="1"/>
          <p:nvPr/>
        </p:nvSpPr>
        <p:spPr>
          <a:xfrm>
            <a:off x="1457280" y="2650000"/>
            <a:ext cx="9338400" cy="400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 rtl="0"/>
            <a:r>
              <a:rPr lang="it" sz="1800" b="1">
                <a:solidFill>
                  <a:schemeClr val="tx2"/>
                </a:solidFill>
                <a:latin typeface="+mj-lt"/>
              </a:rPr>
              <a:t>Traccia Progettuale</a:t>
            </a:r>
          </a:p>
        </p:txBody>
      </p:sp>
      <p:cxnSp>
        <p:nvCxnSpPr>
          <p:cNvPr id="103" name="Underline Traccia"/>
          <p:cNvCxnSpPr/>
          <p:nvPr/>
        </p:nvCxnSpPr>
        <p:spPr>
          <a:xfrm>
            <a:off x="1457280" y="3080000"/>
            <a:ext cx="850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</p:cxnSp>
      <p:sp>
        <p:nvSpPr>
          <p:cNvPr id="104" name="Body Traccia"/>
          <p:cNvSpPr txBox="1"/>
          <p:nvPr/>
        </p:nvSpPr>
        <p:spPr>
          <a:xfrm>
            <a:off x="1457280" y="3200000"/>
            <a:ext cx="9338400" cy="148000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just" rtl="0"/>
            <a:r>
              <a:rPr lang="it" sz="1400">
                <a:solidFill>
                  <a:schemeClr val="tx1">
                    <a:lumMod val="75000"/>
                    <a:lumOff val="25000"/>
                  </a:schemeClr>
                </a:solidFill>
              </a:rPr>
              <a:t>Una piattaforma di podcast vuole costruire un grafo per rappresentare autori, podcast, episodi, ospiti e argomenti trattati. Ogni podcast ha titolo, categoria e lingua. Gli episodi appartengono a un podcast e hanno numero, titolo e data di pubblicazione. Gli autori possono condurre più podcast, mentre gli ospiti possono partecipare a più episodi anche di podcast diversi. Gli episodi trattano uno o più argomenti, come tecnologia, attualità, sport o cultura. Il sistema deve permettere di esplorare connessioni tra ospiti ricorrenti, podcast con temi simili e autori che collaborano indirettamente tramite gli stessi ospiti.</a:t>
            </a:r>
          </a:p>
        </p:txBody>
      </p:sp>
      <p:sp>
        <p:nvSpPr>
          <p:cNvPr id="105" name="Panel Query"/>
          <p:cNvSpPr/>
          <p:nvPr/>
        </p:nvSpPr>
        <p:spPr>
          <a:xfrm>
            <a:off x="1097280" y="4860000"/>
            <a:ext cx="10058400" cy="1440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>
            <a:noFill/>
          </a:ln>
        </p:spPr>
        <p:txBody>
          <a:bodyPr rtlCol="0" anchor="t"/>
          <a:lstStyle/>
          <a:p>
            <a:endParaRPr lang="it-IT"/>
          </a:p>
        </p:txBody>
      </p:sp>
      <p:sp>
        <p:nvSpPr>
          <p:cNvPr id="106" name="Heading Query"/>
          <p:cNvSpPr txBox="1"/>
          <p:nvPr/>
        </p:nvSpPr>
        <p:spPr>
          <a:xfrm>
            <a:off x="1457280" y="5020000"/>
            <a:ext cx="9338400" cy="380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 rtl="0"/>
            <a:r>
              <a:rPr lang="it" sz="1600" b="1">
                <a:solidFill>
                  <a:schemeClr val="tx2"/>
                </a:solidFill>
                <a:latin typeface="+mj-lt"/>
              </a:rPr>
              <a:t>Query suggerite</a:t>
            </a:r>
          </a:p>
        </p:txBody>
      </p:sp>
      <p:sp>
        <p:nvSpPr>
          <p:cNvPr id="107" name="List Query"/>
          <p:cNvSpPr txBox="1"/>
          <p:nvPr/>
        </p:nvSpPr>
        <p:spPr>
          <a:xfrm>
            <a:off x="1457280" y="5460000"/>
            <a:ext cx="9338400" cy="80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 algn="l" rtl="0">
              <a:spcAft>
                <a:spcPts val="500"/>
              </a:spcAft>
              <a:buNone/>
            </a:pPr>
            <a:r>
              <a:rPr lang="it" sz="1400" b="1">
                <a:solidFill>
                  <a:schemeClr val="accent1"/>
                </a:solidFill>
              </a:rPr>
              <a:t>1  —  </a:t>
            </a:r>
            <a:r>
              <a:rPr lang="it" sz="1400">
                <a:solidFill>
                  <a:schemeClr val="tx1">
                    <a:lumMod val="65000"/>
                    <a:lumOff val="35000"/>
                  </a:schemeClr>
                </a:solidFill>
              </a:rPr>
              <a:t>Trovare tutti gli episodi in cui compare un certo ospite</a:t>
            </a:r>
          </a:p>
          <a:p>
            <a:pPr marL="0" indent="0" algn="l" rtl="0">
              <a:spcAft>
                <a:spcPts val="500"/>
              </a:spcAft>
              <a:buNone/>
            </a:pPr>
            <a:r>
              <a:rPr lang="it" sz="1400" b="1">
                <a:solidFill>
                  <a:schemeClr val="accent1"/>
                </a:solidFill>
              </a:rPr>
              <a:t>2  —  </a:t>
            </a:r>
            <a:r>
              <a:rPr lang="it" sz="1400">
                <a:solidFill>
                  <a:schemeClr val="tx1">
                    <a:lumMod val="65000"/>
                    <a:lumOff val="35000"/>
                  </a:schemeClr>
                </a:solidFill>
              </a:rPr>
              <a:t>Individuare i podcast collegati tra loro perché trattano gli stessi argomenti o condividono ospiti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F80AC-F994-FCA6-F3E5-539FB789E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25069C4-336E-40F0-85A2-25D6F0A25D32}" type="datetime1">
              <a:rPr lang="it-IT" smtClean="0"/>
              <a:t>26/06/2026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556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9B20FF35-0EC5-EB9B-3E74-1AA85373A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/>
          <a:lstStyle/>
          <a:p>
            <a:r>
              <a:rPr lang="it" b="1"/>
              <a:t>Diagramma a Grafo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4BB7B58-9E60-127A-334E-096C964B8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58984" y="1526055"/>
            <a:ext cx="5928344" cy="3868244"/>
          </a:xfrm>
          <a:prstGeom prst="rect">
            <a:avLst/>
          </a:prstGeom>
          <a:noFill/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5072F51-6511-4074-1784-581D7ABFCA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 fontScale="85000" lnSpcReduction="10000"/>
          </a:bodyPr>
          <a:lstStyle/>
          <a:p>
            <a:r>
              <a:rPr lang="it"/>
              <a:t>Dalla traccia sono stati individuati cinque nodi — Autore, Podcast, Episodio, Ospite e Argomento — ciascuno con i propri attributi (ad esempio Podcast ha titolo, categoria e lingua; Episodio ha numero, titolo e data di pubblicazione).</a:t>
            </a:r>
          </a:p>
          <a:p>
            <a:r>
              <a:rPr lang="it"/>
              <a:t>Le relazioni collegano i nodi tra loro: CONDUCE (autore → podcast), HA_EPISODIO (podcast → episodio), PARTECIPA (ospite → episodio) e TRATTA (episodio → argomento).</a:t>
            </a:r>
          </a:p>
        </p:txBody>
      </p:sp>
    </p:spTree>
    <p:extLst>
      <p:ext uri="{BB962C8B-B14F-4D97-AF65-F5344CB8AC3E}">
        <p14:creationId xmlns:p14="http://schemas.microsoft.com/office/powerpoint/2010/main" val="1327142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A3591-23BA-F517-505D-230C1101B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170000"/>
            <a:ext cx="11112000" cy="600000"/>
          </a:xfrm>
        </p:spPr>
        <p:txBody>
          <a:bodyPr wrap="square" lIns="0" tIns="0" rIns="0" bIns="0" anchor="ctr">
            <a:normAutofit/>
          </a:bodyPr>
          <a:lstStyle/>
          <a:p>
            <a:r>
              <a:rPr lang="it-IT" sz="2800" b="1" dirty="0"/>
              <a:t>File Cypher per l'esecuzione delle query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CBE33D2-A5B8-523A-16FC-4FD88416DF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63500" y="1130000"/>
            <a:ext cx="2661000" cy="210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5D43EF-65D4-6F64-7032-A38349681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1000" y="1130000"/>
            <a:ext cx="2754000" cy="210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23ED82-1B65-0BDE-3952-EE58ADD3D5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0500" y="3630000"/>
            <a:ext cx="2815000" cy="210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D13ECF0-696D-3936-7E3C-86DB86CE3D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3773" y="3562961"/>
            <a:ext cx="2280453" cy="2344078"/>
          </a:xfrm>
          <a:prstGeom prst="rect">
            <a:avLst/>
          </a:prstGeom>
        </p:spPr>
      </p:pic>
      <p:sp>
        <p:nvSpPr>
          <p:cNvPr id="20" name="Caption 1"/>
          <p:cNvSpPr txBox="1"/>
          <p:nvPr/>
        </p:nvSpPr>
        <p:spPr>
          <a:xfrm>
            <a:off x="540000" y="820000"/>
            <a:ext cx="5316000" cy="280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it-IT" sz="1400" b="1" dirty="0">
                <a:solidFill>
                  <a:schemeClr val="accent3"/>
                </a:solidFill>
              </a:rPr>
              <a:t>1 · Struttura e posizione dei file</a:t>
            </a:r>
          </a:p>
        </p:txBody>
      </p:sp>
      <p:sp>
        <p:nvSpPr>
          <p:cNvPr id="21" name="Caption 2"/>
          <p:cNvSpPr txBox="1"/>
          <p:nvPr/>
        </p:nvSpPr>
        <p:spPr>
          <a:xfrm>
            <a:off x="6336000" y="820000"/>
            <a:ext cx="5316000" cy="280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it-IT" sz="1400" b="1" dirty="0">
                <a:solidFill>
                  <a:schemeClr val="accent3"/>
                </a:solidFill>
              </a:rPr>
              <a:t>2 · Creazione dei nodi</a:t>
            </a:r>
          </a:p>
        </p:txBody>
      </p:sp>
      <p:sp>
        <p:nvSpPr>
          <p:cNvPr id="22" name="Caption 3"/>
          <p:cNvSpPr txBox="1"/>
          <p:nvPr/>
        </p:nvSpPr>
        <p:spPr>
          <a:xfrm>
            <a:off x="540000" y="3320000"/>
            <a:ext cx="5316000" cy="280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it-IT" sz="1400" b="1" dirty="0">
                <a:solidFill>
                  <a:schemeClr val="accent3"/>
                </a:solidFill>
              </a:rPr>
              <a:t>3 · Creazione delle relazioni</a:t>
            </a:r>
          </a:p>
        </p:txBody>
      </p:sp>
      <p:sp>
        <p:nvSpPr>
          <p:cNvPr id="23" name="Caption 4"/>
          <p:cNvSpPr txBox="1"/>
          <p:nvPr/>
        </p:nvSpPr>
        <p:spPr>
          <a:xfrm>
            <a:off x="6336000" y="3320000"/>
            <a:ext cx="5316000" cy="280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it-IT" sz="1400" b="1" dirty="0">
                <a:solidFill>
                  <a:schemeClr val="accent3"/>
                </a:solidFill>
              </a:rPr>
              <a:t>4 · Query di esempio</a:t>
            </a:r>
          </a:p>
        </p:txBody>
      </p:sp>
      <p:sp>
        <p:nvSpPr>
          <p:cNvPr id="24" name="Legenda query"/>
          <p:cNvSpPr txBox="1"/>
          <p:nvPr/>
        </p:nvSpPr>
        <p:spPr>
          <a:xfrm>
            <a:off x="540000" y="5870000"/>
            <a:ext cx="10400000" cy="520000"/>
          </a:xfrm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it-IT" sz="11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Legenda query — </a:t>
            </a:r>
            <a:r>
              <a:rPr lang="it-IT" sz="11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1) podcast in cui Luca Bianchi è ospite  ·  2) podcast collegati da ospiti condivisi  ·  3) podcast con argomenti condivisi</a:t>
            </a:r>
          </a:p>
        </p:txBody>
      </p:sp>
    </p:spTree>
    <p:extLst>
      <p:ext uri="{BB962C8B-B14F-4D97-AF65-F5344CB8AC3E}">
        <p14:creationId xmlns:p14="http://schemas.microsoft.com/office/powerpoint/2010/main" val="3205643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B66E0922-7AC5-DF43-B90F-AF20E56FF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/>
          <a:lstStyle/>
          <a:p>
            <a:r>
              <a:rPr lang="it-IT" dirty="0"/>
              <a:t>Il grafo completo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BD90AFE9-3E22-10A2-112A-F5B9DD9C88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2259" y="786383"/>
            <a:ext cx="10293379" cy="5018057"/>
          </a:xfrm>
          <a:prstGeom prst="rect">
            <a:avLst/>
          </a:prstGeom>
          <a:noFill/>
        </p:spPr>
      </p:pic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A39BE94F-F7E7-8DF0-8974-9286A6184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/>
          <a:lstStyle/>
          <a:p>
            <a:pPr>
              <a:buNone/>
            </a:pPr>
            <a:r>
              <a:rPr lang="it-IT" sz="1600" dirty="0"/>
              <a:t>Visualizzazione dell'intero grafo dalla console di Neo4j tramite la query:</a:t>
            </a:r>
          </a:p>
          <a:p>
            <a:pPr>
              <a:spcBef>
                <a:spcPts val="600"/>
              </a:spcBef>
              <a:buNone/>
            </a:pPr>
            <a:r>
              <a:rPr lang="it-IT" sz="1400" dirty="0">
                <a:solidFill>
                  <a:srgbClr val="E6A02E"/>
                </a:solidFill>
                <a:latin typeface="Consolas" pitchFamily="49" charset="0"/>
                <a:cs typeface="Consolas" pitchFamily="49" charset="0"/>
              </a:rPr>
              <a:t>MATCH (a)-[r]-&gt;(b) RETURN a, r, b;</a:t>
            </a:r>
          </a:p>
          <a:p>
            <a:pPr>
              <a:spcBef>
                <a:spcPts val="800"/>
              </a:spcBef>
              <a:buNone/>
            </a:pPr>
            <a:r>
              <a:rPr lang="it-IT" sz="1400" dirty="0"/>
              <a:t>Per scelta didattica e per comodità di visualizzazione, il grafo è stato costruito con un numero ridotto di nodi, così da risultare più snello e leggibile.</a:t>
            </a:r>
          </a:p>
        </p:txBody>
      </p:sp>
    </p:spTree>
    <p:extLst>
      <p:ext uri="{BB962C8B-B14F-4D97-AF65-F5344CB8AC3E}">
        <p14:creationId xmlns:p14="http://schemas.microsoft.com/office/powerpoint/2010/main" val="3340385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0B557-F662-5F5D-0306-356C16D7B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150000"/>
            <a:ext cx="11112000" cy="560000"/>
          </a:xfrm>
        </p:spPr>
        <p:txBody>
          <a:bodyPr wrap="square" lIns="0" tIns="0" rIns="0" bIns="0" anchor="ctr">
            <a:normAutofit/>
          </a:bodyPr>
          <a:lstStyle/>
          <a:p>
            <a:r>
              <a:rPr lang="it-IT" sz="2800" b="1" dirty="0"/>
              <a:t>Risultati delle query Cypher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D2F2FCA-C8EA-6E31-FBA8-35473C099B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33843" y="1343818"/>
            <a:ext cx="8814860" cy="43041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20C73D-CD3E-9B12-C846-1D86772DEF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739" y="1210000"/>
            <a:ext cx="9927525" cy="48474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E3019C6-64DD-8CB8-2DBB-AE0FD5328F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8347" y="1253925"/>
            <a:ext cx="9747610" cy="4759632"/>
          </a:xfrm>
          <a:prstGeom prst="rect">
            <a:avLst/>
          </a:prstGeom>
        </p:spPr>
      </p:pic>
      <p:sp>
        <p:nvSpPr>
          <p:cNvPr id="20" name="Cap Q1"/>
          <p:cNvSpPr txBox="1"/>
          <p:nvPr/>
        </p:nvSpPr>
        <p:spPr>
          <a:xfrm>
            <a:off x="400000" y="1210000"/>
            <a:ext cx="3557333" cy="62000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lang="it-IT" sz="1300" b="1" dirty="0">
                <a:solidFill>
                  <a:schemeClr val="accent3"/>
                </a:solidFill>
              </a:rPr>
              <a:t>Query 1 · Episodi di un ospite</a:t>
            </a:r>
          </a:p>
        </p:txBody>
      </p:sp>
      <p:sp>
        <p:nvSpPr>
          <p:cNvPr id="21" name="Cap Q2A"/>
          <p:cNvSpPr txBox="1"/>
          <p:nvPr/>
        </p:nvSpPr>
        <p:spPr>
          <a:xfrm>
            <a:off x="4317333" y="1210000"/>
            <a:ext cx="3557333" cy="62000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lang="it-IT" sz="1300" b="1" dirty="0">
                <a:solidFill>
                  <a:schemeClr val="accent3"/>
                </a:solidFill>
              </a:rPr>
              <a:t>Query 2A · Podcast per ospiti condivisi</a:t>
            </a:r>
          </a:p>
        </p:txBody>
      </p:sp>
      <p:sp>
        <p:nvSpPr>
          <p:cNvPr id="22" name="Cap Q2B"/>
          <p:cNvSpPr txBox="1"/>
          <p:nvPr/>
        </p:nvSpPr>
        <p:spPr>
          <a:xfrm>
            <a:off x="8234666" y="1210000"/>
            <a:ext cx="3557333" cy="62000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lang="it-IT" sz="1300" b="1" dirty="0">
                <a:solidFill>
                  <a:schemeClr val="accent3"/>
                </a:solidFill>
              </a:rPr>
              <a:t>Query 2B · Podcast per argomenti comuni</a:t>
            </a:r>
          </a:p>
        </p:txBody>
      </p:sp>
      <p:sp>
        <p:nvSpPr>
          <p:cNvPr id="23" name="Int Q1"/>
          <p:cNvSpPr txBox="1"/>
          <p:nvPr/>
        </p:nvSpPr>
        <p:spPr>
          <a:xfrm>
            <a:off x="234630" y="5266412"/>
            <a:ext cx="3557333" cy="13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it-IT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Tutti gli episodi con l'ospite Luca Bianchi: partecipa a «AI e futuro» e «Calcio moderno», con competenze trasversali tra tecnologia e sport.</a:t>
            </a:r>
          </a:p>
        </p:txBody>
      </p:sp>
      <p:sp>
        <p:nvSpPr>
          <p:cNvPr id="24" name="Int Q2A"/>
          <p:cNvSpPr txBox="1"/>
          <p:nvPr/>
        </p:nvSpPr>
        <p:spPr>
          <a:xfrm>
            <a:off x="4317333" y="5266412"/>
            <a:ext cx="3557333" cy="13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it-IT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«Tech Talks» e «Sport Inside» sono collegati tramite l'ospite Luca Bianchi, evidenziando sinergie e possibili collaborazioni cross-categoria.</a:t>
            </a:r>
          </a:p>
        </p:txBody>
      </p:sp>
      <p:sp>
        <p:nvSpPr>
          <p:cNvPr id="25" name="Int Q2B"/>
          <p:cNvSpPr txBox="1"/>
          <p:nvPr/>
        </p:nvSpPr>
        <p:spPr>
          <a:xfrm>
            <a:off x="8431204" y="5266412"/>
            <a:ext cx="3557333" cy="13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it-IT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 due podcast risultano collegati dall'argomento «Data Science», tema trasversale che unisce tecnologia e sport.</a:t>
            </a:r>
          </a:p>
        </p:txBody>
      </p:sp>
    </p:spTree>
    <p:extLst>
      <p:ext uri="{BB962C8B-B14F-4D97-AF65-F5344CB8AC3E}">
        <p14:creationId xmlns:p14="http://schemas.microsoft.com/office/powerpoint/2010/main" val="621036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787D9-C3FB-70AC-72DC-061916856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4750000" cy="1450757"/>
          </a:xfrm>
        </p:spPr>
        <p:txBody>
          <a:bodyPr/>
          <a:lstStyle/>
          <a:p>
            <a:r>
              <a:rPr lang="it-IT"/>
              <a:t>Automazione in Python (Neo4j)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62311FF-169A-EE66-2AD3-187FEA3C4D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4555000"/>
            <a:ext cx="1873800" cy="16493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6E138F-EE1E-1D50-F407-8CF7682E1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000" y="167361"/>
            <a:ext cx="5481000" cy="6054533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25069C4-336E-40F0-85A2-25D6F0A25D32}" type="datetime1">
              <a:rPr lang="it-IT" smtClean="0"/>
              <a:t>26/06/2026</a:t>
            </a:fld>
            <a:endParaRPr lang="en-US"/>
          </a:p>
        </p:txBody>
      </p:sp>
      <p:sp>
        <p:nvSpPr>
          <p:cNvPr id="20" name="Description"/>
          <p:cNvSpPr txBox="1"/>
          <p:nvPr/>
        </p:nvSpPr>
        <p:spPr>
          <a:xfrm>
            <a:off x="1097280" y="1970000"/>
            <a:ext cx="4750000" cy="2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it-IT" sz="1150">
                <a:solidFill>
                  <a:srgbClr val="000000"/>
                </a:solidFill>
              </a:rPr>
              <a:t>Popolamento del grafo ed esecuzione delle query sono completamente automatizzati tramite due script Python.</a:t>
            </a:r>
          </a:p>
          <a:p>
            <a:pPr>
              <a:spcBef>
                <a:spcPts val="800"/>
              </a:spcBef>
            </a:pPr>
            <a:r>
              <a:rPr lang="it-IT" sz="1150" b="1">
                <a:solidFill>
                  <a:srgbClr val="4A5356"/>
                </a:solidFill>
              </a:rPr>
              <a:t>setup.py — </a:t>
            </a:r>
            <a:r>
              <a:rPr lang="it-IT" sz="1150">
                <a:solidFill>
                  <a:srgbClr val="000000"/>
                </a:solidFill>
              </a:rPr>
              <a:t>esegue le operazioni preliminari (pulizia dello schema, se già popolato), quindi crea prima i nodi e poi le relazioni leggendo i file .cypher nel path grafo/cypher.</a:t>
            </a:r>
          </a:p>
          <a:p>
            <a:pPr>
              <a:spcBef>
                <a:spcPts val="800"/>
              </a:spcBef>
            </a:pPr>
            <a:r>
              <a:rPr lang="it-IT" sz="1150" b="1">
                <a:solidFill>
                  <a:srgbClr val="4A5356"/>
                </a:solidFill>
              </a:rPr>
              <a:t>queries.py — </a:t>
            </a:r>
            <a:r>
              <a:rPr lang="it-IT" sz="1150">
                <a:solidFill>
                  <a:srgbClr val="000000"/>
                </a:solidFill>
              </a:rPr>
              <a:t>esegue le tre query viste in precedenza e ne restituisce i risultati direttamente nel terminale.</a:t>
            </a:r>
          </a:p>
        </p:txBody>
      </p:sp>
      <p:sp>
        <p:nvSpPr>
          <p:cNvPr id="21" name="Image Caption"/>
          <p:cNvSpPr txBox="1"/>
          <p:nvPr/>
        </p:nvSpPr>
        <p:spPr>
          <a:xfrm>
            <a:off x="3120000" y="4555000"/>
            <a:ext cx="2700000" cy="1649338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normAutofit/>
          </a:bodyPr>
          <a:lstStyle/>
          <a:p>
            <a:r>
              <a:rPr lang="it-IT" sz="1000" b="1">
                <a:solidFill>
                  <a:srgbClr val="4A5356"/>
                </a:solidFill>
              </a:rPr>
              <a:t>Gli script Python</a:t>
            </a:r>
          </a:p>
          <a:p>
            <a:r>
              <a:rPr lang="it-IT" sz="900">
                <a:solidFill>
                  <a:srgbClr val="000000"/>
                </a:solidFill>
              </a:rPr>
              <a:t>setup.py e queries.py risiedono nella cartella grafo/python.</a:t>
            </a:r>
          </a:p>
        </p:txBody>
      </p:sp>
    </p:spTree>
    <p:extLst>
      <p:ext uri="{BB962C8B-B14F-4D97-AF65-F5344CB8AC3E}">
        <p14:creationId xmlns:p14="http://schemas.microsoft.com/office/powerpoint/2010/main" val="2848846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2E69B-1A56-C523-6686-A1AC25F19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" b="1"/>
              <a:t>Database Documentale — E-commerce Elettronica</a:t>
            </a:r>
          </a:p>
        </p:txBody>
      </p:sp>
      <p:sp>
        <p:nvSpPr>
          <p:cNvPr id="100" name="Subheader"/>
          <p:cNvSpPr txBox="1"/>
          <p:nvPr/>
        </p:nvSpPr>
        <p:spPr>
          <a:xfrm>
            <a:off x="1097280" y="1980000"/>
            <a:ext cx="10058400" cy="440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ctr" rtl="0"/>
            <a:r>
              <a:rPr lang="it" sz="1500" b="1">
                <a:solidFill>
                  <a:schemeClr val="tx2"/>
                </a:solidFill>
              </a:rPr>
              <a:t>Tecnologia:  </a:t>
            </a:r>
            <a:r>
              <a:rPr lang="it" sz="1500">
                <a:solidFill>
                  <a:schemeClr val="tx1">
                    <a:lumMod val="65000"/>
                    <a:lumOff val="35000"/>
                  </a:schemeClr>
                </a:solidFill>
              </a:rPr>
              <a:t>Elasticsearch + Kibana</a:t>
            </a:r>
            <a:r>
              <a:rPr lang="it" sz="1500">
                <a:solidFill>
                  <a:schemeClr val="accent2"/>
                </a:solidFill>
              </a:rPr>
              <a:t>    •    </a:t>
            </a:r>
            <a:r>
              <a:rPr lang="it" sz="1500" b="1">
                <a:solidFill>
                  <a:schemeClr val="tx2"/>
                </a:solidFill>
              </a:rPr>
              <a:t>Scenario:  </a:t>
            </a:r>
            <a:r>
              <a:rPr lang="it" sz="1500">
                <a:solidFill>
                  <a:schemeClr val="tx1">
                    <a:lumMod val="65000"/>
                    <a:lumOff val="35000"/>
                  </a:schemeClr>
                </a:solidFill>
              </a:rPr>
              <a:t>negozio di elettronica con sistema di ricerca ordini</a:t>
            </a:r>
          </a:p>
        </p:txBody>
      </p:sp>
      <p:sp>
        <p:nvSpPr>
          <p:cNvPr id="101" name="Panel Traccia"/>
          <p:cNvSpPr/>
          <p:nvPr/>
        </p:nvSpPr>
        <p:spPr>
          <a:xfrm>
            <a:off x="1097280" y="2460000"/>
            <a:ext cx="10058400" cy="2560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>
            <a:noFill/>
          </a:ln>
        </p:spPr>
        <p:txBody>
          <a:bodyPr rtlCol="0" anchor="t"/>
          <a:lstStyle/>
          <a:p>
            <a:endParaRPr lang="it-IT"/>
          </a:p>
        </p:txBody>
      </p:sp>
      <p:sp>
        <p:nvSpPr>
          <p:cNvPr id="102" name="Heading Traccia"/>
          <p:cNvSpPr txBox="1"/>
          <p:nvPr/>
        </p:nvSpPr>
        <p:spPr>
          <a:xfrm>
            <a:off x="1457280" y="2620000"/>
            <a:ext cx="9338400" cy="400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 rtl="0"/>
            <a:r>
              <a:rPr lang="it" sz="1800" b="1">
                <a:solidFill>
                  <a:schemeClr val="tx2"/>
                </a:solidFill>
                <a:latin typeface="+mj-lt"/>
              </a:rPr>
              <a:t>Traccia Progettuale</a:t>
            </a:r>
          </a:p>
        </p:txBody>
      </p:sp>
      <p:cxnSp>
        <p:nvCxnSpPr>
          <p:cNvPr id="103" name="Underline Traccia"/>
          <p:cNvCxnSpPr/>
          <p:nvPr/>
        </p:nvCxnSpPr>
        <p:spPr>
          <a:xfrm>
            <a:off x="1457280" y="3050000"/>
            <a:ext cx="850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</p:cxnSp>
      <p:sp>
        <p:nvSpPr>
          <p:cNvPr id="104" name="Body Traccia"/>
          <p:cNvSpPr txBox="1"/>
          <p:nvPr/>
        </p:nvSpPr>
        <p:spPr>
          <a:xfrm>
            <a:off x="1457280" y="3170000"/>
            <a:ext cx="9338400" cy="179000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just" rtl="0">
              <a:spcAft>
                <a:spcPts val="400"/>
              </a:spcAft>
            </a:pPr>
            <a:r>
              <a:rPr lang="it" sz="1250">
                <a:solidFill>
                  <a:schemeClr val="tx1">
                    <a:lumMod val="75000"/>
                    <a:lumOff val="25000"/>
                  </a:schemeClr>
                </a:solidFill>
              </a:rPr>
              <a:t>Una catena di negozi di elettronica vuole gestire un sistema di ricerca e analisi dei propri dati tramite un database NoSQL orientato ai documenti, per memorizzare e interrogare rapidamente le informazioni relative a clienti, prodotti e ordini in modo ottimizzato. Ogni Ordine rappresenta il documento principale e contiene al suo interno tutte le informazioni correlate all'acquisto:</a:t>
            </a:r>
          </a:p>
          <a:p>
            <a:pPr marL="182880" indent="-182880" algn="l" rtl="0">
              <a:spcBef>
                <a:spcPts val="300"/>
              </a:spcBef>
              <a:buFont typeface="Arial"/>
              <a:buChar char="•"/>
            </a:pPr>
            <a:r>
              <a:rPr lang="it" sz="1250" b="1">
                <a:solidFill>
                  <a:schemeClr val="tx2"/>
                </a:solidFill>
              </a:rPr>
              <a:t>Informazioni Ordine: </a:t>
            </a:r>
            <a:r>
              <a:rPr lang="it" sz="1250">
                <a:solidFill>
                  <a:schemeClr val="tx1">
                    <a:lumMod val="75000"/>
                    <a:lumOff val="25000"/>
                  </a:schemeClr>
                </a:solidFill>
              </a:rPr>
              <a:t>codice ordine, data ordine e totale speso</a:t>
            </a:r>
          </a:p>
          <a:p>
            <a:pPr marL="182880" indent="-182880" algn="l" rtl="0">
              <a:spcBef>
                <a:spcPts val="300"/>
              </a:spcBef>
              <a:buFont typeface="Arial"/>
              <a:buChar char="•"/>
            </a:pPr>
            <a:r>
              <a:rPr lang="it" sz="1250" b="1">
                <a:solidFill>
                  <a:schemeClr val="tx2"/>
                </a:solidFill>
              </a:rPr>
              <a:t>Informazioni Cliente: </a:t>
            </a:r>
            <a:r>
              <a:rPr lang="it" sz="1250">
                <a:solidFill>
                  <a:schemeClr val="tx1">
                    <a:lumMod val="75000"/>
                    <a:lumOff val="25000"/>
                  </a:schemeClr>
                </a:solidFill>
              </a:rPr>
              <a:t>email e città di residenza del cliente che ha effettuato l'acquisto</a:t>
            </a:r>
          </a:p>
          <a:p>
            <a:pPr marL="182880" indent="-182880" algn="l" rtl="0">
              <a:spcBef>
                <a:spcPts val="300"/>
              </a:spcBef>
              <a:buFont typeface="Arial"/>
              <a:buChar char="•"/>
            </a:pPr>
            <a:r>
              <a:rPr lang="it" sz="1250" b="1">
                <a:solidFill>
                  <a:schemeClr val="tx2"/>
                </a:solidFill>
              </a:rPr>
              <a:t>Lista Prodotti: </a:t>
            </a:r>
            <a:r>
              <a:rPr lang="it" sz="1250">
                <a:solidFill>
                  <a:schemeClr val="tx1">
                    <a:lumMod val="75000"/>
                    <a:lumOff val="25000"/>
                  </a:schemeClr>
                </a:solidFill>
              </a:rPr>
              <a:t>elenco dei beni acquistati, con nome, categoria (es. TV, smartphone, laptop) e quantità per ogni prodotto</a:t>
            </a:r>
          </a:p>
        </p:txBody>
      </p:sp>
      <p:sp>
        <p:nvSpPr>
          <p:cNvPr id="105" name="Panel Query"/>
          <p:cNvSpPr/>
          <p:nvPr/>
        </p:nvSpPr>
        <p:spPr>
          <a:xfrm>
            <a:off x="1097280" y="5120000"/>
            <a:ext cx="10058400" cy="1440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>
            <a:noFill/>
          </a:ln>
        </p:spPr>
        <p:txBody>
          <a:bodyPr rtlCol="0" anchor="t"/>
          <a:lstStyle/>
          <a:p>
            <a:endParaRPr lang="it-IT"/>
          </a:p>
        </p:txBody>
      </p:sp>
      <p:sp>
        <p:nvSpPr>
          <p:cNvPr id="106" name="Heading Query"/>
          <p:cNvSpPr txBox="1"/>
          <p:nvPr/>
        </p:nvSpPr>
        <p:spPr>
          <a:xfrm>
            <a:off x="1457280" y="5270000"/>
            <a:ext cx="9338400" cy="380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 rtl="0"/>
            <a:r>
              <a:rPr lang="it" sz="1600" b="1">
                <a:solidFill>
                  <a:schemeClr val="tx2"/>
                </a:solidFill>
                <a:latin typeface="+mj-lt"/>
              </a:rPr>
              <a:t>Query suggerite</a:t>
            </a:r>
          </a:p>
        </p:txBody>
      </p:sp>
      <p:sp>
        <p:nvSpPr>
          <p:cNvPr id="107" name="List Query"/>
          <p:cNvSpPr txBox="1"/>
          <p:nvPr/>
        </p:nvSpPr>
        <p:spPr>
          <a:xfrm>
            <a:off x="1457280" y="5680000"/>
            <a:ext cx="9338400" cy="82000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marL="0" indent="0" algn="l" rtl="0">
              <a:spcAft>
                <a:spcPts val="500"/>
              </a:spcAft>
              <a:buNone/>
            </a:pPr>
            <a:r>
              <a:rPr lang="it" sz="1250" b="1">
                <a:solidFill>
                  <a:schemeClr val="accent1"/>
                </a:solidFill>
              </a:rPr>
              <a:t>Ricerca  —  </a:t>
            </a:r>
            <a:r>
              <a:rPr lang="it" sz="1250">
                <a:solidFill>
                  <a:schemeClr val="tx1">
                    <a:lumMod val="65000"/>
                    <a:lumOff val="35000"/>
                  </a:schemeClr>
                </a:solidFill>
              </a:rPr>
              <a:t>Trovare tutti gli ordini effettuati da un determinato cliente, filtrando per email</a:t>
            </a:r>
          </a:p>
          <a:p>
            <a:pPr marL="0" indent="0" algn="l" rtl="0">
              <a:spcAft>
                <a:spcPts val="500"/>
              </a:spcAft>
              <a:buNone/>
            </a:pPr>
            <a:r>
              <a:rPr lang="it" sz="1250" b="1">
                <a:solidFill>
                  <a:schemeClr val="accent1"/>
                </a:solidFill>
              </a:rPr>
              <a:t>Statistica  —  </a:t>
            </a:r>
            <a:r>
              <a:rPr lang="it" sz="1250">
                <a:solidFill>
                  <a:schemeClr val="tx1">
                    <a:lumMod val="65000"/>
                    <a:lumOff val="35000"/>
                  </a:schemeClr>
                </a:solidFill>
              </a:rPr>
              <a:t>Trovare gli ordini che contengono prodotti Samsung (indipendentemente da maiuscole/minuscole) o prodotti QLED, cercando nel campo della descrizione dell'ordine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E7ABC-976E-7AF6-1271-204B59B9B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25069C4-336E-40F0-85A2-25D6F0A25D32}" type="datetime1">
              <a:rPr lang="it-IT" smtClean="0"/>
              <a:t>26/06/2026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5199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7A1CF-A17B-58FB-7AB0-8FBB5CDD6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1500000"/>
          </a:xfrm>
        </p:spPr>
        <p:txBody>
          <a:bodyPr>
            <a:normAutofit fontScale="90000"/>
          </a:bodyPr>
          <a:lstStyle/>
          <a:p>
            <a:r>
              <a:rPr lang="it" b="1"/>
              <a:t>Diagramma del Documento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D79C5F-9F4A-F9AC-2109-5ED5186547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2350000"/>
            <a:ext cx="3517567" cy="3400000"/>
          </a:xfrm>
        </p:spPr>
        <p:txBody>
          <a:bodyPr>
            <a:normAutofit/>
          </a:bodyPr>
          <a:lstStyle/>
          <a:p>
            <a:r>
              <a:rPr lang="it"/>
              <a:t>Il documento principale è l'Ordine, indicizzato in orders. Ogni ordine conserva i dati dell'acquisto — order_id, date e total.</a:t>
            </a:r>
          </a:p>
          <a:p>
            <a:r>
              <a:rPr lang="it"/>
              <a:t>Il cliente è incorporato come oggetto (customer) e i beni acquistati come array di documenti annidati (products), così da poter filtrare e cercare sui singoli prodotti dell'ordine.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3A3365-3442-D4D6-C8C1-B0FF9B293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F4D0FD0-762A-4E00-B40D-E1022DE9149C}" type="datetime1">
              <a:rPr lang="it-IT" smtClean="0"/>
              <a:t>26/06/2026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B11E0D-4C8A-7D3E-9B7C-E4E3F7BC3B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3639" y="518000"/>
            <a:ext cx="6286829" cy="582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867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2F6683E-7C9B-7CBE-85BA-7127B71F8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it" b="1" dirty="0"/>
              <a:t>Struttura e Setup del Progetto Elasticsearch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08F369-5CA8-DE82-EBD9-F05758826B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0984158B-E18A-4760-AF0B-F8E1F54F95E6}" type="datetime1">
              <a:rPr lang="it-IT" smtClean="0"/>
              <a:pPr rtl="0">
                <a:spcAft>
                  <a:spcPts val="600"/>
                </a:spcAft>
              </a:pPr>
              <a:t>26/06/2026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990786-70FD-C2A6-A55D-ED72CEE54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581" y="1994546"/>
            <a:ext cx="2339462" cy="20760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A5D1F6-F064-1A05-E7FC-FBB223C9D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3304" y="1966127"/>
            <a:ext cx="4515752" cy="29257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444493-F95F-9F0F-EE9C-B5F2D7A12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7026" y="1954262"/>
            <a:ext cx="4000794" cy="2706227"/>
          </a:xfrm>
          <a:prstGeom prst="rect">
            <a:avLst/>
          </a:prstGeom>
        </p:spPr>
      </p:pic>
      <p:sp>
        <p:nvSpPr>
          <p:cNvPr id="20" name="Caption Struttura"/>
          <p:cNvSpPr txBox="1"/>
          <p:nvPr/>
        </p:nvSpPr>
        <p:spPr>
          <a:xfrm>
            <a:off x="438581" y="4190000"/>
            <a:ext cx="2609462" cy="11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 rtl="0"/>
            <a:r>
              <a:rPr lang="it" sz="1150" b="1">
                <a:solidFill>
                  <a:schemeClr val="tx2"/>
                </a:solidFill>
              </a:rPr>
              <a:t>Struttura del progetto</a:t>
            </a:r>
          </a:p>
          <a:p>
            <a:pPr algn="ctr" rtl="0">
              <a:spcBef>
                <a:spcPts val="300"/>
              </a:spcBef>
            </a:pPr>
            <a:r>
              <a:rPr lang="it" sz="950">
                <a:solidFill>
                  <a:schemeClr val="tx1">
                    <a:lumMod val="60000"/>
                    <a:lumOff val="40000"/>
                  </a:schemeClr>
                </a:solidFill>
              </a:rPr>
              <a:t>Organizzazione di cartelle e file della componente Elasticsearch</a:t>
            </a:r>
          </a:p>
        </p:txBody>
      </p:sp>
      <p:sp>
        <p:nvSpPr>
          <p:cNvPr id="21" name="Caption orders.json"/>
          <p:cNvSpPr txBox="1"/>
          <p:nvPr/>
        </p:nvSpPr>
        <p:spPr>
          <a:xfrm>
            <a:off x="3473304" y="5010000"/>
            <a:ext cx="4515752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 rtl="0"/>
            <a:r>
              <a:rPr lang="it" sz="1150" b="1">
                <a:solidFill>
                  <a:schemeClr val="tx2"/>
                </a:solidFill>
              </a:rPr>
              <a:t>orders.json</a:t>
            </a:r>
          </a:p>
          <a:p>
            <a:pPr algn="ctr" rtl="0">
              <a:spcBef>
                <a:spcPts val="300"/>
              </a:spcBef>
            </a:pPr>
            <a:r>
              <a:rPr lang="it" sz="950">
                <a:solidFill>
                  <a:schemeClr val="tx1">
                    <a:lumMod val="60000"/>
                    <a:lumOff val="40000"/>
                  </a:schemeClr>
                </a:solidFill>
              </a:rPr>
              <a:t>Anteprima dei documenti JSON che popolano l'indice orders</a:t>
            </a:r>
          </a:p>
        </p:txBody>
      </p:sp>
      <p:sp>
        <p:nvSpPr>
          <p:cNvPr id="22" name="Caption Setup"/>
          <p:cNvSpPr txBox="1"/>
          <p:nvPr/>
        </p:nvSpPr>
        <p:spPr>
          <a:xfrm>
            <a:off x="8027026" y="4780000"/>
            <a:ext cx="4000794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 rtl="0"/>
            <a:r>
              <a:rPr lang="it" sz="1150" b="1">
                <a:solidFill>
                  <a:schemeClr val="tx2"/>
                </a:solidFill>
              </a:rPr>
              <a:t>Script di setup</a:t>
            </a:r>
          </a:p>
          <a:p>
            <a:pPr algn="ctr" rtl="0">
              <a:spcBef>
                <a:spcPts val="300"/>
              </a:spcBef>
            </a:pPr>
            <a:r>
              <a:rPr lang="it" sz="950">
                <a:solidFill>
                  <a:schemeClr val="tx1">
                    <a:lumMod val="60000"/>
                    <a:lumOff val="40000"/>
                  </a:schemeClr>
                </a:solidFill>
              </a:rPr>
              <a:t>Crea l'indice e carica i dati nel database</a:t>
            </a:r>
          </a:p>
        </p:txBody>
      </p:sp>
    </p:spTree>
    <p:extLst>
      <p:ext uri="{BB962C8B-B14F-4D97-AF65-F5344CB8AC3E}">
        <p14:creationId xmlns:p14="http://schemas.microsoft.com/office/powerpoint/2010/main" val="6545812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12517-0065-E47C-536C-5FF50BC24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4250000" cy="950000"/>
          </a:xfrm>
        </p:spPr>
        <p:txBody>
          <a:bodyPr>
            <a:normAutofit/>
          </a:bodyPr>
          <a:lstStyle/>
          <a:p>
            <a:r>
              <a:rPr lang="it-IT" sz="2600"/>
              <a:t>Automazione in Python (Elasticsearch)</a:t>
            </a:r>
          </a:p>
        </p:txBody>
      </p:sp>
      <p:sp>
        <p:nvSpPr>
          <p:cNvPr id="20" name="Description"/>
          <p:cNvSpPr txBox="1"/>
          <p:nvPr/>
        </p:nvSpPr>
        <p:spPr>
          <a:xfrm>
            <a:off x="1097280" y="1300000"/>
            <a:ext cx="4250000" cy="8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just" rtl="0"/>
            <a:r>
              <a:rPr lang="it-IT" sz="1000">
                <a:solidFill>
                  <a:srgbClr val="000000"/>
                </a:solidFill>
              </a:rPr>
              <a:t>Due script Python automatizzano l'intero flusso. </a:t>
            </a:r>
            <a:r>
              <a:rPr lang="it-IT" sz="1000" b="1">
                <a:solidFill>
                  <a:srgbClr val="4A5356"/>
                </a:solidFill>
              </a:rPr>
              <a:t>setup.py</a:t>
            </a:r>
            <a:r>
              <a:rPr lang="it-IT" sz="1000">
                <a:solidFill>
                  <a:srgbClr val="000000"/>
                </a:solidFill>
              </a:rPr>
              <a:t> crea e popola l'indice orders da orders.json, dove la descrizione di ogni ordine cita SAMSUNG, QLED o nessun marchio. </a:t>
            </a:r>
            <a:r>
              <a:rPr lang="it-IT" sz="1000" b="1">
                <a:solidFill>
                  <a:srgbClr val="4A5356"/>
                </a:solidFill>
              </a:rPr>
              <a:t>queries.py</a:t>
            </a:r>
            <a:r>
              <a:rPr lang="it-IT" sz="1000">
                <a:solidFill>
                  <a:srgbClr val="000000"/>
                </a:solidFill>
              </a:rPr>
              <a:t> trova gli ordini dall'email del cliente digitata in input, poi quelli con prodotti Samsung e QLED.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D68E52E-963B-FE8C-A037-BB0CED3478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4411" y="646282"/>
            <a:ext cx="6432285" cy="556543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6EF665-89F7-695C-0291-F3C97F5F8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25069C4-336E-40F0-85A2-25D6F0A25D32}" type="datetime1">
              <a:rPr lang="it-IT" smtClean="0"/>
              <a:t>26/06/2026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71B4B6-B90A-9FBC-8E5C-425277594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381" y="2104104"/>
            <a:ext cx="3385964" cy="4218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334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84E2D-88D1-BE75-9C93-FA0E20AB6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0000" y="400000"/>
            <a:ext cx="6750000" cy="1000000"/>
          </a:xfrm>
        </p:spPr>
        <p:txBody>
          <a:bodyPr>
            <a:normAutofit/>
          </a:bodyPr>
          <a:lstStyle/>
          <a:p>
            <a:r>
              <a:rPr lang="it-IT" sz="2400"/>
              <a:t>Avvio dell'Ambiente con Docker Compose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B197B76-124F-B996-4F98-3B496F8E86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4876" y="4351530"/>
            <a:ext cx="10058400" cy="195896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AF708-0640-3FFD-C51B-9171CC8AC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25069C4-336E-40F0-85A2-25D6F0A25D32}" type="datetime1">
              <a:rPr lang="it-IT" smtClean="0"/>
              <a:t>26/06/2026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D2B8CB-752B-3D66-6733-0FF95DB4D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876" y="362752"/>
            <a:ext cx="4125003" cy="3760891"/>
          </a:xfrm>
          <a:prstGeom prst="rect">
            <a:avLst/>
          </a:prstGeom>
        </p:spPr>
      </p:pic>
      <p:sp>
        <p:nvSpPr>
          <p:cNvPr id="20" name="Description"/>
          <p:cNvSpPr txBox="1"/>
          <p:nvPr/>
        </p:nvSpPr>
        <p:spPr>
          <a:xfrm>
            <a:off x="5050000" y="2070000"/>
            <a:ext cx="6750000" cy="21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it-IT" sz="1200">
                <a:solidFill>
                  <a:srgbClr val="000000"/>
                </a:solidFill>
              </a:rPr>
              <a:t>Un unico file </a:t>
            </a:r>
            <a:r>
              <a:rPr lang="it-IT" sz="1200" b="1">
                <a:solidFill>
                  <a:srgbClr val="4A5356"/>
                </a:solidFill>
              </a:rPr>
              <a:t>docker-compose.yml</a:t>
            </a:r>
            <a:r>
              <a:rPr lang="it-IT" sz="1200">
                <a:solidFill>
                  <a:srgbClr val="000000"/>
                </a:solidFill>
              </a:rPr>
              <a:t> definisce e avvia tre container: Neo4j, Elasticsearch e Kibana, quest'ultimo per la visualizzazione dei dati del database key-document.</a:t>
            </a:r>
          </a:p>
          <a:p>
            <a:pPr>
              <a:spcBef>
                <a:spcPts val="900"/>
              </a:spcBef>
            </a:pPr>
            <a:r>
              <a:rPr lang="it-IT" sz="1200" b="1">
                <a:solidFill>
                  <a:srgbClr val="4A5356"/>
                </a:solidFill>
              </a:rPr>
              <a:t>docker compose up — </a:t>
            </a:r>
            <a:r>
              <a:rPr lang="it-IT" sz="1200">
                <a:solidFill>
                  <a:srgbClr val="000000"/>
                </a:solidFill>
              </a:rPr>
              <a:t>costruisce e avvia i tre servizi. </a:t>
            </a:r>
            <a:r>
              <a:rPr lang="it-IT" sz="1200" b="1">
                <a:solidFill>
                  <a:srgbClr val="4A5356"/>
                </a:solidFill>
              </a:rPr>
              <a:t>docker ps — </a:t>
            </a:r>
            <a:r>
              <a:rPr lang="it-IT" sz="1200">
                <a:solidFill>
                  <a:srgbClr val="000000"/>
                </a:solidFill>
              </a:rPr>
              <a:t>ne verifica lo stato elencando i container attivi (output PowerShell in basso).</a:t>
            </a:r>
          </a:p>
        </p:txBody>
      </p:sp>
    </p:spTree>
    <p:extLst>
      <p:ext uri="{BB962C8B-B14F-4D97-AF65-F5344CB8AC3E}">
        <p14:creationId xmlns:p14="http://schemas.microsoft.com/office/powerpoint/2010/main" val="3046170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FE95B-E51C-8DFA-8667-48234D66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0000" y="360000"/>
            <a:ext cx="3920000" cy="1300000"/>
          </a:xfrm>
        </p:spPr>
        <p:txBody>
          <a:bodyPr>
            <a:normAutofit/>
          </a:bodyPr>
          <a:lstStyle/>
          <a:p>
            <a:r>
              <a:rPr lang="it-IT" sz="2000"/>
              <a:t>Consultazione Visuale dei Database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8749D-B5FB-D94F-FC3B-D037D342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25069C4-336E-40F0-85A2-25D6F0A25D32}" type="datetime1">
              <a:rPr lang="it-IT" smtClean="0"/>
              <a:t>26/06/2026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D689CA0-C398-6CCE-8B19-717651762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66" y="95782"/>
            <a:ext cx="7670362" cy="2696579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E1C4A97-92E1-64EE-FCA8-E8DCC57151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0266" y="2889638"/>
            <a:ext cx="7335593" cy="3355520"/>
          </a:xfrm>
          <a:prstGeom prst="rect">
            <a:avLst/>
          </a:prstGeom>
        </p:spPr>
      </p:pic>
      <p:sp>
        <p:nvSpPr>
          <p:cNvPr id="20" name="Description"/>
          <p:cNvSpPr txBox="1"/>
          <p:nvPr/>
        </p:nvSpPr>
        <p:spPr>
          <a:xfrm>
            <a:off x="7980000" y="2070000"/>
            <a:ext cx="3920000" cy="40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it-IT" sz="1150">
                <a:solidFill>
                  <a:srgbClr val="000000"/>
                </a:solidFill>
              </a:rPr>
              <a:t>Con i container attivi, i due database si esplorano in modo visuale.</a:t>
            </a:r>
          </a:p>
          <a:p>
            <a:pPr>
              <a:spcBef>
                <a:spcPts val="900"/>
              </a:spcBef>
            </a:pPr>
            <a:r>
              <a:rPr lang="it-IT" sz="1150" b="1">
                <a:solidFill>
                  <a:srgbClr val="4A5356"/>
                </a:solidFill>
              </a:rPr>
              <a:t>Neo4j Browser — </a:t>
            </a:r>
            <a:r>
              <a:rPr lang="it-IT" sz="1150">
                <a:solidFill>
                  <a:srgbClr val="000000"/>
                </a:solidFill>
              </a:rPr>
              <a:t>una query Cypher d'esempio mostra a quali episodi partecipa un ospite, restituendo il risultato come grafo di nodi e relazioni.</a:t>
            </a:r>
          </a:p>
          <a:p>
            <a:pPr>
              <a:spcBef>
                <a:spcPts val="900"/>
              </a:spcBef>
            </a:pPr>
            <a:r>
              <a:rPr lang="it-IT" sz="1150" b="1">
                <a:solidFill>
                  <a:srgbClr val="4A5356"/>
                </a:solidFill>
              </a:rPr>
              <a:t>Kibana Dev Tools — </a:t>
            </a:r>
            <a:r>
              <a:rPr lang="it-IT" sz="1150">
                <a:solidFill>
                  <a:srgbClr val="000000"/>
                </a:solidFill>
              </a:rPr>
              <a:t>una console per scrivere ed eseguire query su Elasticsearch e leggerne l'output in formato JSON.</a:t>
            </a:r>
          </a:p>
        </p:txBody>
      </p:sp>
    </p:spTree>
    <p:extLst>
      <p:ext uri="{BB962C8B-B14F-4D97-AF65-F5344CB8AC3E}">
        <p14:creationId xmlns:p14="http://schemas.microsoft.com/office/powerpoint/2010/main" val="3680299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ttangolo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49" name="Rettangolo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5C75F46-9953-1ACF-E366-1D11309027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820000"/>
            <a:ext cx="10058400" cy="3650000"/>
          </a:xfrm>
        </p:spPr>
        <p:txBody>
          <a:bodyPr anchor="t">
            <a:normAutofit/>
          </a:bodyPr>
          <a:lstStyle/>
          <a:p>
            <a:pPr algn="l" rtl="0"/>
            <a:r>
              <a:rPr lang="it-IT" sz="4400" b="1"/>
              <a:t>Conclusioni</a:t>
            </a:r>
          </a:p>
          <a:p>
            <a:pPr algn="l" rtl="0">
              <a:spcBef>
                <a:spcPts val="1400"/>
              </a:spcBef>
            </a:pPr>
            <a:r>
              <a:rPr lang="it-IT" sz="1800"/>
              <a:t>Un unico progetto ha messo a confronto tre paradigmi di database — relazionale, documentale (Elasticsearch) e a grafo (Neo4j) — sullo stesso scenario e-commerce.</a:t>
            </a:r>
          </a:p>
          <a:p>
            <a:pPr algn="l" rtl="0">
              <a:spcBef>
                <a:spcPts val="800"/>
              </a:spcBef>
            </a:pPr>
            <a:r>
              <a:rPr lang="it-IT" sz="1800"/>
              <a:t>Per ciascun modello: progettazione dei dati, query significative e automazione completa in Python.</a:t>
            </a:r>
          </a:p>
          <a:p>
            <a:pPr algn="l" rtl="0">
              <a:spcBef>
                <a:spcPts val="800"/>
              </a:spcBef>
            </a:pPr>
            <a:r>
              <a:rPr lang="it-IT" sz="1800"/>
              <a:t>L'intero ambiente è riproducibile con un solo Docker Compose ed esplorabile visualmente tramite Kibana e Neo4j Browser.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367E0BF-3DFE-2ADC-BFEC-83F548DFE0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7280" y="5230000"/>
            <a:ext cx="10058400" cy="1350000"/>
          </a:xfrm>
        </p:spPr>
        <p:txBody>
          <a:bodyPr anchor="ctr">
            <a:normAutofit/>
          </a:bodyPr>
          <a:lstStyle/>
          <a:p>
            <a:pPr algn="ctr" rtl="0"/>
            <a:r>
              <a:rPr lang="it-IT" sz="3200" b="1">
                <a:solidFill>
                  <a:schemeClr val="bg1"/>
                </a:solidFill>
              </a:rPr>
              <a:t>Grazie dell'attenzione</a:t>
            </a: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zata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860_TF56160789" id="{80AA9D2D-EE59-4148-A11E-A51EEE828B28}" vid="{AEAFD717-D3C8-4034-8F7E-D5220B0CCEB8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{B1D8180B-B72F-4158-AB1C-80B9E07171FA}TFf0a5ceae-4542-492d-822e-d65a94fb0e1edb9c82a9_win32-70532fc57a92</Template>
  <TotalTime>406</TotalTime>
  <Words>1767</Words>
  <Application>Microsoft Office PowerPoint</Application>
  <PresentationFormat>Widescreen</PresentationFormat>
  <Paragraphs>140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Bookman Old Style</vt:lpstr>
      <vt:lpstr>Calibri</vt:lpstr>
      <vt:lpstr>Consolas</vt:lpstr>
      <vt:lpstr>Franklin Gothic Book</vt:lpstr>
      <vt:lpstr>Personalizzata</vt:lpstr>
      <vt:lpstr>Progetto Database Multimodello Database Relazionale – Elasticsearch – Database a Grafo</vt:lpstr>
      <vt:lpstr>Obiettivi del Progetto</vt:lpstr>
      <vt:lpstr>Tecnologie Utilizzate</vt:lpstr>
      <vt:lpstr>Struttura del Progetto</vt:lpstr>
      <vt:lpstr>Database Relazionale — Libreria Ebook</vt:lpstr>
      <vt:lpstr>Diagramma Entità-Relazioni</vt:lpstr>
      <vt:lpstr>Script SQL del Progetto</vt:lpstr>
      <vt:lpstr>Risultati delle Query SQL</vt:lpstr>
      <vt:lpstr>Automazione in Python</vt:lpstr>
      <vt:lpstr>Database a Grafo — Rete di Podcast</vt:lpstr>
      <vt:lpstr>Diagramma a Grafo</vt:lpstr>
      <vt:lpstr>File Cypher per l'esecuzione delle query</vt:lpstr>
      <vt:lpstr>Il grafo completo</vt:lpstr>
      <vt:lpstr>Risultati delle query Cypher</vt:lpstr>
      <vt:lpstr>Automazione in Python (Neo4j)</vt:lpstr>
      <vt:lpstr>Database Documentale — E-commerce Elettronica</vt:lpstr>
      <vt:lpstr>Diagramma del Documento</vt:lpstr>
      <vt:lpstr>Struttura e Setup del Progetto Elasticsearch</vt:lpstr>
      <vt:lpstr>Automazione in Python (Elasticsearch)</vt:lpstr>
      <vt:lpstr>Avvio dell'Ambiente con Docker Compose</vt:lpstr>
      <vt:lpstr>Consultazione Visuale dei Database</vt:lpstr>
      <vt:lpstr>Conclusioni Un unico progetto ha messo a confronto tre paradigmi di database — relazionale, documentale (Elasticsearch) e a grafo (Neo4j) — sullo stesso scenario e-commerce. Per ciascun modello: progettazione dei dati, query significative e automazione completa in Python. L'intero ambiente è riproducibile con un solo Docker Compose ed esplorabile visualmente tramite Kibana e Neo4j Browser.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 Giorgi, Giuseppe</dc:creator>
  <cp:lastModifiedBy>De Giorgi, Giuseppe</cp:lastModifiedBy>
  <cp:revision>1</cp:revision>
  <dcterms:created xsi:type="dcterms:W3CDTF">2026-06-25T07:21:35Z</dcterms:created>
  <dcterms:modified xsi:type="dcterms:W3CDTF">2026-06-26T08:23:38Z</dcterms:modified>
</cp:coreProperties>
</file>